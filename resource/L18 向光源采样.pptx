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2.xml" ContentType="application/vnd.openxmlformats-officedocument.them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30"/>
  </p:notesMasterIdLst>
  <p:sldIdLst>
    <p:sldId id="257" r:id="rId2"/>
    <p:sldId id="355" r:id="rId3"/>
    <p:sldId id="349" r:id="rId4"/>
    <p:sldId id="351" r:id="rId5"/>
    <p:sldId id="352" r:id="rId6"/>
    <p:sldId id="353" r:id="rId7"/>
    <p:sldId id="354" r:id="rId8"/>
    <p:sldId id="358" r:id="rId9"/>
    <p:sldId id="359" r:id="rId10"/>
    <p:sldId id="360" r:id="rId11"/>
    <p:sldId id="361" r:id="rId12"/>
    <p:sldId id="364" r:id="rId13"/>
    <p:sldId id="365" r:id="rId14"/>
    <p:sldId id="366" r:id="rId15"/>
    <p:sldId id="367" r:id="rId16"/>
    <p:sldId id="368" r:id="rId17"/>
    <p:sldId id="370" r:id="rId18"/>
    <p:sldId id="371" r:id="rId19"/>
    <p:sldId id="372" r:id="rId20"/>
    <p:sldId id="373" r:id="rId21"/>
    <p:sldId id="375" r:id="rId22"/>
    <p:sldId id="374" r:id="rId23"/>
    <p:sldId id="376" r:id="rId24"/>
    <p:sldId id="377" r:id="rId25"/>
    <p:sldId id="379" r:id="rId26"/>
    <p:sldId id="380" r:id="rId27"/>
    <p:sldId id="350" r:id="rId28"/>
    <p:sldId id="381" r:id="rId29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熊仪_aYju7RJj" initials="熊" lastIdx="0" clrIdx="0"/>
  <p:cmAuthor id="1" name="哒哒 熊猫" initials="哒哒" lastIdx="1" clrIdx="0"/>
  <p:cmAuthor id="8" name="yifei" initials="y" lastIdx="1" clrIdx="7"/>
  <p:cmAuthor id="2" name="kingsoft" initials="k" lastIdx="1" clrIdx="1"/>
  <p:cmAuthor id="9" name="ADMIN" initials="A" lastIdx="1" clrIdx="8"/>
  <p:cmAuthor id="3" name="zhouzean" initials="z" lastIdx="1" clrIdx="2"/>
  <p:cmAuthor id="4" name="李鹏飞_6bQfzI3a" initials="李" lastIdx="0" clrIdx="0"/>
  <p:cmAuthor id="5" name="李晓菲_MZFnUzi6" initials="李" lastIdx="0" clrIdx="0"/>
  <p:cmAuthor id="6" name="小珞_QjMfU7FR" initials="小" lastIdx="0" clrIdx="0"/>
  <p:cmAuthor id="2001" name="骆倩怡_Znauj26B" initials="authorId_382814100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3928C5"/>
    <a:srgbClr val="F76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8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2025/8/13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10" Type="http://schemas.openxmlformats.org/officeDocument/2006/relationships/tags" Target="../tags/tag19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42.xml"/><Relationship Id="rId10" Type="http://schemas.openxmlformats.org/officeDocument/2006/relationships/tags" Target="../tags/tag47.xml"/><Relationship Id="rId4" Type="http://schemas.openxmlformats.org/officeDocument/2006/relationships/tags" Target="../tags/tag41.xml"/><Relationship Id="rId9" Type="http://schemas.openxmlformats.org/officeDocument/2006/relationships/tags" Target="../tags/tag4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58.xml"/><Relationship Id="rId9" Type="http://schemas.openxmlformats.org/officeDocument/2006/relationships/tags" Target="../tags/tag6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77.xml"/><Relationship Id="rId4" Type="http://schemas.openxmlformats.org/officeDocument/2006/relationships/tags" Target="../tags/tag76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91.xml"/><Relationship Id="rId13" Type="http://schemas.openxmlformats.org/officeDocument/2006/relationships/tags" Target="../tags/tag96.xml"/><Relationship Id="rId3" Type="http://schemas.openxmlformats.org/officeDocument/2006/relationships/tags" Target="../tags/tag86.xml"/><Relationship Id="rId7" Type="http://schemas.openxmlformats.org/officeDocument/2006/relationships/tags" Target="../tags/tag90.xml"/><Relationship Id="rId12" Type="http://schemas.openxmlformats.org/officeDocument/2006/relationships/tags" Target="../tags/tag95.xml"/><Relationship Id="rId17" Type="http://schemas.openxmlformats.org/officeDocument/2006/relationships/slideMaster" Target="../slideMasters/slideMaster1.xml"/><Relationship Id="rId2" Type="http://schemas.openxmlformats.org/officeDocument/2006/relationships/tags" Target="../tags/tag85.xml"/><Relationship Id="rId16" Type="http://schemas.openxmlformats.org/officeDocument/2006/relationships/tags" Target="../tags/tag99.xml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11" Type="http://schemas.openxmlformats.org/officeDocument/2006/relationships/tags" Target="../tags/tag94.xml"/><Relationship Id="rId5" Type="http://schemas.openxmlformats.org/officeDocument/2006/relationships/tags" Target="../tags/tag88.xml"/><Relationship Id="rId15" Type="http://schemas.openxmlformats.org/officeDocument/2006/relationships/tags" Target="../tags/tag98.xml"/><Relationship Id="rId10" Type="http://schemas.openxmlformats.org/officeDocument/2006/relationships/tags" Target="../tags/tag93.xml"/><Relationship Id="rId4" Type="http://schemas.openxmlformats.org/officeDocument/2006/relationships/tags" Target="../tags/tag87.xml"/><Relationship Id="rId9" Type="http://schemas.openxmlformats.org/officeDocument/2006/relationships/tags" Target="../tags/tag92.xml"/><Relationship Id="rId14" Type="http://schemas.openxmlformats.org/officeDocument/2006/relationships/tags" Target="../tags/tag9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>
            <p:custDataLst>
              <p:tags r:id="rId1"/>
            </p:custDataLst>
          </p:nvPr>
        </p:nvSpPr>
        <p:spPr>
          <a:xfrm>
            <a:off x="-14605" y="0"/>
            <a:ext cx="600646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2"/>
            </p:custDataLst>
          </p:nvPr>
        </p:nvSpPr>
        <p:spPr>
          <a:xfrm rot="16200000">
            <a:off x="-1383662" y="1369058"/>
            <a:ext cx="6857999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dirty="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3"/>
            </p:custDataLst>
          </p:nvPr>
        </p:nvSpPr>
        <p:spPr>
          <a:xfrm rot="16200000">
            <a:off x="-1331245" y="2313346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4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11197590" y="300291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>
            <p:custDataLst>
              <p:tags r:id="rId6"/>
            </p:custDataLst>
          </p:nvPr>
        </p:nvCxnSpPr>
        <p:spPr>
          <a:xfrm>
            <a:off x="11305540" y="193421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7"/>
            </p:custDataLst>
          </p:nvPr>
        </p:nvCxnSpPr>
        <p:spPr>
          <a:xfrm>
            <a:off x="11305540" y="347662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>
            <p:custDataLst>
              <p:tags r:id="rId8"/>
            </p:custDataLst>
          </p:nvPr>
        </p:nvSpPr>
        <p:spPr>
          <a:xfrm>
            <a:off x="10027285" y="4343400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1" name="椭圆 20"/>
          <p:cNvSpPr/>
          <p:nvPr>
            <p:custDataLst>
              <p:tags r:id="rId9"/>
            </p:custDataLst>
          </p:nvPr>
        </p:nvSpPr>
        <p:spPr>
          <a:xfrm>
            <a:off x="10133965" y="4450080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0" name="向下箭头"/>
          <p:cNvSpPr/>
          <p:nvPr>
            <p:custDataLst>
              <p:tags r:id="rId10"/>
            </p:custDataLst>
          </p:nvPr>
        </p:nvSpPr>
        <p:spPr>
          <a:xfrm>
            <a:off x="10238105" y="4542790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1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2"/>
            </p:custDataLst>
          </p:nvPr>
        </p:nvSpPr>
        <p:spPr>
          <a:xfrm>
            <a:off x="2273300" y="1901190"/>
            <a:ext cx="8413750" cy="17094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7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8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2273299" y="4275976"/>
            <a:ext cx="7589519" cy="6566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/>
          <p:cNvSpPr txBox="1">
            <a:spLocks noGrp="1"/>
          </p:cNvSpPr>
          <p:nvPr>
            <p:ph idx="3"/>
            <p:custDataLst>
              <p:tags r:id="rId1"/>
            </p:custDataLst>
          </p:nvPr>
        </p:nvSpPr>
        <p:spPr>
          <a:xfrm>
            <a:off x="695960" y="1245235"/>
            <a:ext cx="10800080" cy="493141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</a:p>
        </p:txBody>
      </p:sp>
      <p:sp>
        <p:nvSpPr>
          <p:cNvPr id="14" name="任意多边形 13"/>
          <p:cNvSpPr/>
          <p:nvPr userDrawn="1"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直接连接符 59"/>
          <p:cNvCxnSpPr/>
          <p:nvPr>
            <p:custDataLst>
              <p:tags r:id="rId1"/>
            </p:custDataLst>
          </p:nvPr>
        </p:nvCxnSpPr>
        <p:spPr>
          <a:xfrm>
            <a:off x="3509010" y="1475105"/>
            <a:ext cx="0" cy="4572000"/>
          </a:xfrm>
          <a:prstGeom prst="line">
            <a:avLst/>
          </a:prstGeom>
          <a:ln>
            <a:solidFill>
              <a:schemeClr val="bg2">
                <a:lumMod val="50000"/>
                <a:alpha val="2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 7"/>
          <p:cNvSpPr/>
          <p:nvPr>
            <p:custDataLst>
              <p:tags r:id="rId2"/>
            </p:custDataLst>
          </p:nvPr>
        </p:nvSpPr>
        <p:spPr>
          <a:xfrm>
            <a:off x="-18415" y="0"/>
            <a:ext cx="2251075" cy="8718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5" h="1373">
                <a:moveTo>
                  <a:pt x="0" y="0"/>
                </a:moveTo>
                <a:lnTo>
                  <a:pt x="3545" y="0"/>
                </a:lnTo>
                <a:lnTo>
                  <a:pt x="3545" y="1023"/>
                </a:lnTo>
                <a:cubicBezTo>
                  <a:pt x="3545" y="1217"/>
                  <a:pt x="3389" y="1373"/>
                  <a:pt x="3195" y="1373"/>
                </a:cubicBezTo>
                <a:lnTo>
                  <a:pt x="9" y="1373"/>
                </a:lnTo>
                <a:lnTo>
                  <a:pt x="0" y="137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3"/>
            </p:custDataLst>
          </p:nvPr>
        </p:nvSpPr>
        <p:spPr>
          <a:xfrm>
            <a:off x="1166495" y="1793240"/>
            <a:ext cx="1375410" cy="360489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>
            <p:custDataLst>
              <p:tags r:id="rId1"/>
            </p:custDataLst>
          </p:nvPr>
        </p:nvSpPr>
        <p:spPr>
          <a:xfrm rot="16200000">
            <a:off x="977900" y="1336040"/>
            <a:ext cx="4351020" cy="4351020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椭圆 10"/>
          <p:cNvSpPr/>
          <p:nvPr>
            <p:custDataLst>
              <p:tags r:id="rId2"/>
            </p:custDataLst>
          </p:nvPr>
        </p:nvSpPr>
        <p:spPr>
          <a:xfrm rot="16200000">
            <a:off x="1828800" y="2186940"/>
            <a:ext cx="2649220" cy="2649220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9" name="弧形 8"/>
          <p:cNvSpPr/>
          <p:nvPr>
            <p:custDataLst>
              <p:tags r:id="rId3"/>
            </p:custDataLst>
          </p:nvPr>
        </p:nvSpPr>
        <p:spPr>
          <a:xfrm>
            <a:off x="301625" y="659765"/>
            <a:ext cx="5703570" cy="5703570"/>
          </a:xfrm>
          <a:prstGeom prst="arc">
            <a:avLst>
              <a:gd name="adj1" fmla="val 16200000"/>
              <a:gd name="adj2" fmla="val 5319923"/>
            </a:avLst>
          </a:prstGeom>
          <a:ln>
            <a:solidFill>
              <a:schemeClr val="bg2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圆角矩形 9"/>
          <p:cNvSpPr/>
          <p:nvPr>
            <p:custDataLst>
              <p:tags r:id="rId4"/>
            </p:custDataLst>
          </p:nvPr>
        </p:nvSpPr>
        <p:spPr>
          <a:xfrm rot="10800000">
            <a:off x="6876415" y="3851910"/>
            <a:ext cx="240855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5"/>
            </p:custDataLst>
          </p:nvPr>
        </p:nvSpPr>
        <p:spPr>
          <a:xfrm flipV="1">
            <a:off x="8945880" y="0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6"/>
            </p:custDataLst>
          </p:nvPr>
        </p:nvSpPr>
        <p:spPr>
          <a:xfrm>
            <a:off x="1828800" y="3004185"/>
            <a:ext cx="2649220" cy="120840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0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节编号</a:t>
            </a: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6732905" y="2092325"/>
            <a:ext cx="5005070" cy="16840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8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4"/>
            <p:custDataLst>
              <p:tags r:id="rId1"/>
            </p:custDataLst>
          </p:nvPr>
        </p:nvSpPr>
        <p:spPr>
          <a:xfrm>
            <a:off x="6400800" y="1245235"/>
            <a:ext cx="5095240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9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95960" y="1245235"/>
            <a:ext cx="5088890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</a:p>
          <a:p>
            <a:pPr lvl="1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</a:p>
          <a:p>
            <a:pPr lvl="2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</a:p>
          <a:p>
            <a:pPr lvl="3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</a:p>
          <a:p>
            <a:pPr lvl="4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</a:p>
        </p:txBody>
      </p:sp>
      <p:sp>
        <p:nvSpPr>
          <p:cNvPr id="14" name="任意多边形 13"/>
          <p:cNvSpPr/>
          <p:nvPr userDrawn="1"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标题"/>
          <p:cNvSpPr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文"/>
          <p:cNvSpPr txBox="1">
            <a:spLocks noGrp="1"/>
          </p:cNvSpPr>
          <p:nvPr>
            <p:ph idx="6"/>
            <p:custDataLst>
              <p:tags r:id="rId1"/>
            </p:custDataLst>
          </p:nvPr>
        </p:nvSpPr>
        <p:spPr>
          <a:xfrm>
            <a:off x="6235065" y="1671955"/>
            <a:ext cx="5260975" cy="450469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2"/>
            </p:custDataLst>
          </p:nvPr>
        </p:nvSpPr>
        <p:spPr>
          <a:xfrm>
            <a:off x="6235065" y="1247140"/>
            <a:ext cx="5260975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3"/>
            </p:custDataLst>
          </p:nvPr>
        </p:nvSpPr>
        <p:spPr>
          <a:xfrm>
            <a:off x="695325" y="1671955"/>
            <a:ext cx="5255260" cy="450469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4"/>
            </p:custDataLst>
          </p:nvPr>
        </p:nvSpPr>
        <p:spPr>
          <a:xfrm>
            <a:off x="695325" y="1247140"/>
            <a:ext cx="5255260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11" name="任意多边形 10"/>
          <p:cNvSpPr/>
          <p:nvPr userDrawn="1">
            <p:custDataLst>
              <p:tags r:id="rId5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6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1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/>
          <p:nvPr>
            <p:custDataLst>
              <p:tags r:id="rId1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2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14" name="任意多边形 13"/>
          <p:cNvSpPr/>
          <p:nvPr userDrawn="1"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MiSans Normal" panose="00000500000000000000" charset="-122"/>
              </a:defRPr>
            </a:lvl1pPr>
          </a:lstStyle>
          <a:p>
            <a:pPr lvl="0" algn="l"/>
            <a:r>
              <a:rPr>
                <a:sym typeface="+mn-ea"/>
              </a:rPr>
              <a:t>单击此处编辑母版副标题样式</a:t>
            </a: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 22"/>
          <p:cNvSpPr/>
          <p:nvPr userDrawn="1">
            <p:custDataLst>
              <p:tags r:id="rId1"/>
            </p:custDataLst>
          </p:nvPr>
        </p:nvSpPr>
        <p:spPr>
          <a:xfrm>
            <a:off x="-14605" y="-1"/>
            <a:ext cx="6006465" cy="685800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4" name="任意多边形 23"/>
          <p:cNvSpPr/>
          <p:nvPr userDrawn="1">
            <p:custDataLst>
              <p:tags r:id="rId2"/>
            </p:custDataLst>
          </p:nvPr>
        </p:nvSpPr>
        <p:spPr>
          <a:xfrm rot="16200000">
            <a:off x="-1383664" y="1369058"/>
            <a:ext cx="6858000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6" name="任意多边形 25"/>
          <p:cNvSpPr/>
          <p:nvPr userDrawn="1">
            <p:custDataLst>
              <p:tags r:id="rId3"/>
            </p:custDataLst>
          </p:nvPr>
        </p:nvSpPr>
        <p:spPr>
          <a:xfrm rot="16200000">
            <a:off x="-1336642" y="2318743"/>
            <a:ext cx="4864351" cy="222027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30" name="圆角矩形 29"/>
          <p:cNvSpPr/>
          <p:nvPr userDrawn="1">
            <p:custDataLst>
              <p:tags r:id="rId4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32" name="直接连接符 31"/>
          <p:cNvCxnSpPr/>
          <p:nvPr userDrawn="1">
            <p:custDataLst>
              <p:tags r:id="rId5"/>
            </p:custDataLst>
          </p:nvPr>
        </p:nvCxnSpPr>
        <p:spPr>
          <a:xfrm>
            <a:off x="11197590" y="298132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>
            <p:custDataLst>
              <p:tags r:id="rId6"/>
            </p:custDataLst>
          </p:nvPr>
        </p:nvCxnSpPr>
        <p:spPr>
          <a:xfrm>
            <a:off x="11305540" y="191262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>
            <p:custDataLst>
              <p:tags r:id="rId7"/>
            </p:custDataLst>
          </p:nvPr>
        </p:nvCxnSpPr>
        <p:spPr>
          <a:xfrm>
            <a:off x="11305540" y="345503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/>
          <p:cNvSpPr/>
          <p:nvPr userDrawn="1">
            <p:custDataLst>
              <p:tags r:id="rId8"/>
            </p:custDataLst>
          </p:nvPr>
        </p:nvSpPr>
        <p:spPr>
          <a:xfrm>
            <a:off x="10016490" y="4434205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8" name="椭圆 37"/>
          <p:cNvSpPr/>
          <p:nvPr userDrawn="1">
            <p:custDataLst>
              <p:tags r:id="rId9"/>
            </p:custDataLst>
          </p:nvPr>
        </p:nvSpPr>
        <p:spPr>
          <a:xfrm>
            <a:off x="10123170" y="4540885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25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9" name="向下箭头"/>
          <p:cNvSpPr/>
          <p:nvPr userDrawn="1">
            <p:custDataLst>
              <p:tags r:id="rId10"/>
            </p:custDataLst>
          </p:nvPr>
        </p:nvSpPr>
        <p:spPr>
          <a:xfrm>
            <a:off x="10227310" y="4633595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4" name="任意多边形 43"/>
          <p:cNvSpPr/>
          <p:nvPr userDrawn="1">
            <p:custDataLst>
              <p:tags r:id="rId11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2"/>
            </p:custDataLst>
          </p:nvPr>
        </p:nvSpPr>
        <p:spPr>
          <a:xfrm>
            <a:off x="2418715" y="1901190"/>
            <a:ext cx="8250555" cy="170561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7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8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2418715" y="4375145"/>
            <a:ext cx="7444103" cy="6566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20" Type="http://schemas.openxmlformats.org/officeDocument/2006/relationships/tags" Target="../tags/tag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8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14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2025/8/13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lt"/>
          <a:cs typeface="MiSans Normal" panose="0000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8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21" Type="http://schemas.openxmlformats.org/officeDocument/2006/relationships/image" Target="../media/image38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5" Type="http://schemas.openxmlformats.org/officeDocument/2006/relationships/image" Target="../media/image42.png"/><Relationship Id="rId2" Type="http://schemas.openxmlformats.org/officeDocument/2006/relationships/image" Target="../media/image8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24" Type="http://schemas.openxmlformats.org/officeDocument/2006/relationships/image" Target="../media/image41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23" Type="http://schemas.openxmlformats.org/officeDocument/2006/relationships/image" Target="../media/image40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440.png"/><Relationship Id="rId18" Type="http://schemas.openxmlformats.org/officeDocument/2006/relationships/image" Target="../media/image35.png"/><Relationship Id="rId26" Type="http://schemas.openxmlformats.org/officeDocument/2006/relationships/image" Target="../media/image48.png"/><Relationship Id="rId3" Type="http://schemas.openxmlformats.org/officeDocument/2006/relationships/image" Target="../media/image43.png"/><Relationship Id="rId21" Type="http://schemas.openxmlformats.org/officeDocument/2006/relationships/image" Target="../media/image38.png"/><Relationship Id="rId7" Type="http://schemas.openxmlformats.org/officeDocument/2006/relationships/image" Target="../media/image45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5" Type="http://schemas.openxmlformats.org/officeDocument/2006/relationships/image" Target="../media/image42.png"/><Relationship Id="rId2" Type="http://schemas.openxmlformats.org/officeDocument/2006/relationships/image" Target="../media/image8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28.png"/><Relationship Id="rId24" Type="http://schemas.openxmlformats.org/officeDocument/2006/relationships/image" Target="../media/image41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23" Type="http://schemas.openxmlformats.org/officeDocument/2006/relationships/image" Target="../media/image450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9" Type="http://schemas.openxmlformats.org/officeDocument/2006/relationships/image" Target="../media/image46.png"/><Relationship Id="rId14" Type="http://schemas.openxmlformats.org/officeDocument/2006/relationships/image" Target="../media/image47.png"/><Relationship Id="rId22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5.png"/><Relationship Id="rId18" Type="http://schemas.openxmlformats.org/officeDocument/2006/relationships/image" Target="../media/image35.png"/><Relationship Id="rId26" Type="http://schemas.openxmlformats.org/officeDocument/2006/relationships/image" Target="../media/image57.png"/><Relationship Id="rId3" Type="http://schemas.openxmlformats.org/officeDocument/2006/relationships/image" Target="../media/image50.png"/><Relationship Id="rId21" Type="http://schemas.openxmlformats.org/officeDocument/2006/relationships/image" Target="../media/image38.png"/><Relationship Id="rId7" Type="http://schemas.openxmlformats.org/officeDocument/2006/relationships/image" Target="../media/image53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5" Type="http://schemas.openxmlformats.org/officeDocument/2006/relationships/image" Target="../media/image42.png"/><Relationship Id="rId2" Type="http://schemas.openxmlformats.org/officeDocument/2006/relationships/image" Target="../media/image8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28.png"/><Relationship Id="rId24" Type="http://schemas.openxmlformats.org/officeDocument/2006/relationships/image" Target="../media/image41.png"/><Relationship Id="rId5" Type="http://schemas.openxmlformats.org/officeDocument/2006/relationships/image" Target="../media/image51.png"/><Relationship Id="rId15" Type="http://schemas.openxmlformats.org/officeDocument/2006/relationships/image" Target="../media/image32.png"/><Relationship Id="rId23" Type="http://schemas.openxmlformats.org/officeDocument/2006/relationships/image" Target="../media/image56.png"/><Relationship Id="rId28" Type="http://schemas.openxmlformats.org/officeDocument/2006/relationships/image" Target="../media/image59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500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Relationship Id="rId27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1.png"/><Relationship Id="rId18" Type="http://schemas.openxmlformats.org/officeDocument/2006/relationships/image" Target="../media/image35.png"/><Relationship Id="rId26" Type="http://schemas.openxmlformats.org/officeDocument/2006/relationships/image" Target="../media/image63.png"/><Relationship Id="rId3" Type="http://schemas.openxmlformats.org/officeDocument/2006/relationships/image" Target="../media/image60.png"/><Relationship Id="rId21" Type="http://schemas.openxmlformats.org/officeDocument/2006/relationships/image" Target="../media/image38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5" Type="http://schemas.openxmlformats.org/officeDocument/2006/relationships/image" Target="../media/image42.png"/><Relationship Id="rId2" Type="http://schemas.openxmlformats.org/officeDocument/2006/relationships/image" Target="../media/image8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8.png"/><Relationship Id="rId24" Type="http://schemas.openxmlformats.org/officeDocument/2006/relationships/image" Target="../media/image41.png"/><Relationship Id="rId15" Type="http://schemas.openxmlformats.org/officeDocument/2006/relationships/image" Target="../media/image32.png"/><Relationship Id="rId23" Type="http://schemas.openxmlformats.org/officeDocument/2006/relationships/image" Target="../media/image62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Relationship Id="rId27" Type="http://schemas.openxmlformats.org/officeDocument/2006/relationships/image" Target="../media/image64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1.png"/><Relationship Id="rId18" Type="http://schemas.openxmlformats.org/officeDocument/2006/relationships/image" Target="../media/image35.png"/><Relationship Id="rId26" Type="http://schemas.openxmlformats.org/officeDocument/2006/relationships/image" Target="../media/image63.png"/><Relationship Id="rId3" Type="http://schemas.openxmlformats.org/officeDocument/2006/relationships/image" Target="../media/image65.png"/><Relationship Id="rId21" Type="http://schemas.openxmlformats.org/officeDocument/2006/relationships/image" Target="../media/image38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5" Type="http://schemas.openxmlformats.org/officeDocument/2006/relationships/image" Target="../media/image42.png"/><Relationship Id="rId2" Type="http://schemas.openxmlformats.org/officeDocument/2006/relationships/image" Target="../media/image8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8.png"/><Relationship Id="rId24" Type="http://schemas.openxmlformats.org/officeDocument/2006/relationships/image" Target="../media/image41.png"/><Relationship Id="rId15" Type="http://schemas.openxmlformats.org/officeDocument/2006/relationships/image" Target="../media/image32.png"/><Relationship Id="rId23" Type="http://schemas.openxmlformats.org/officeDocument/2006/relationships/image" Target="../media/image62.png"/><Relationship Id="rId28" Type="http://schemas.openxmlformats.org/officeDocument/2006/relationships/image" Target="../media/image66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Relationship Id="rId27" Type="http://schemas.openxmlformats.org/officeDocument/2006/relationships/image" Target="../media/image64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7.png"/><Relationship Id="rId18" Type="http://schemas.openxmlformats.org/officeDocument/2006/relationships/image" Target="../media/image35.png"/><Relationship Id="rId26" Type="http://schemas.openxmlformats.org/officeDocument/2006/relationships/image" Target="../media/image69.png"/><Relationship Id="rId21" Type="http://schemas.openxmlformats.org/officeDocument/2006/relationships/image" Target="../media/image38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5" Type="http://schemas.openxmlformats.org/officeDocument/2006/relationships/image" Target="../media/image42.png"/><Relationship Id="rId2" Type="http://schemas.openxmlformats.org/officeDocument/2006/relationships/image" Target="../media/image8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29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8.png"/><Relationship Id="rId24" Type="http://schemas.openxmlformats.org/officeDocument/2006/relationships/image" Target="../media/image41.png"/><Relationship Id="rId15" Type="http://schemas.openxmlformats.org/officeDocument/2006/relationships/image" Target="../media/image32.png"/><Relationship Id="rId23" Type="http://schemas.openxmlformats.org/officeDocument/2006/relationships/image" Target="../media/image68.png"/><Relationship Id="rId28" Type="http://schemas.openxmlformats.org/officeDocument/2006/relationships/image" Target="../media/image71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31" Type="http://schemas.openxmlformats.org/officeDocument/2006/relationships/image" Target="../media/image74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Relationship Id="rId27" Type="http://schemas.openxmlformats.org/officeDocument/2006/relationships/image" Target="../media/image70.png"/><Relationship Id="rId30" Type="http://schemas.openxmlformats.org/officeDocument/2006/relationships/image" Target="../media/image7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2273300" y="1108075"/>
            <a:ext cx="8413750" cy="2502535"/>
          </a:xfrm>
        </p:spPr>
        <p:txBody>
          <a:bodyPr>
            <a:normAutofit/>
          </a:bodyPr>
          <a:lstStyle/>
          <a:p>
            <a:r>
              <a:rPr lang="en-US" altLang="zh-CN" dirty="0"/>
              <a:t>CPU</a:t>
            </a:r>
            <a:r>
              <a:rPr dirty="0"/>
              <a:t>软渲染</a:t>
            </a:r>
            <a:br>
              <a:rPr dirty="0"/>
            </a:br>
            <a:r>
              <a:rPr dirty="0"/>
              <a:t>路径追踪渲染器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2273299" y="4275976"/>
            <a:ext cx="7589519" cy="656600"/>
          </a:xfrm>
        </p:spPr>
        <p:txBody>
          <a:bodyPr>
            <a:normAutofit/>
          </a:bodyPr>
          <a:lstStyle/>
          <a:p>
            <a:r>
              <a:rPr lang="zh-CN" altLang="en-US" dirty="0"/>
              <a:t>向光源采样</a:t>
            </a:r>
            <a:r>
              <a:rPr lang="en-US" altLang="zh-CN" dirty="0"/>
              <a:t> </a:t>
            </a:r>
            <a:r>
              <a:rPr lang="zh-CN" altLang="en-US" dirty="0"/>
              <a:t>               </a:t>
            </a:r>
            <a:r>
              <a:rPr lang="en-US" altLang="zh-CN" dirty="0"/>
              <a:t>B</a:t>
            </a:r>
            <a:r>
              <a:rPr lang="zh-CN" altLang="en-US" dirty="0"/>
              <a:t>站：</a:t>
            </a:r>
            <a:r>
              <a:rPr lang="en-US" altLang="zh-CN" dirty="0"/>
              <a:t>HeaoYe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5C6BE3C-34E6-A9C6-A9B4-6DF5FD02F900}"/>
              </a:ext>
            </a:extLst>
          </p:cNvPr>
          <p:cNvCxnSpPr>
            <a:cxnSpLocks/>
          </p:cNvCxnSpPr>
          <p:nvPr/>
        </p:nvCxnSpPr>
        <p:spPr>
          <a:xfrm>
            <a:off x="7674428" y="2535381"/>
            <a:ext cx="0" cy="201286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25A55C4-991A-23D5-644F-9F4737F0BA8F}"/>
              </a:ext>
            </a:extLst>
          </p:cNvPr>
          <p:cNvSpPr>
            <a:spLocks noGrp="1"/>
          </p:cNvSpPr>
          <p:nvPr>
            <p:ph idx="3"/>
          </p:nvPr>
        </p:nvSpPr>
        <p:spPr/>
        <p:txBody>
          <a:bodyPr/>
          <a:lstStyle/>
          <a:p>
            <a:r>
              <a:rPr lang="zh-CN" altLang="en-US" dirty="0"/>
              <a:t>相机发射光线</a:t>
            </a:r>
            <a:endParaRPr lang="en-US" altLang="zh-CN" dirty="0"/>
          </a:p>
          <a:p>
            <a:r>
              <a:rPr lang="zh-CN" altLang="en-US" dirty="0"/>
              <a:t>击中场景上一点</a:t>
            </a:r>
            <a:endParaRPr lang="en-US" altLang="zh-CN" dirty="0"/>
          </a:p>
          <a:p>
            <a:r>
              <a:rPr lang="zh-CN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根据</a:t>
            </a:r>
            <a:r>
              <a:rPr lang="en-US" altLang="zh-C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BSDF</a:t>
            </a:r>
            <a:r>
              <a:rPr lang="zh-CN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选择光线方向</a:t>
            </a:r>
            <a:endParaRPr lang="en-US" altLang="zh-CN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zh-CN" altLang="en-US" dirty="0"/>
              <a:t>发射新的光线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相机发射光线</a:t>
            </a:r>
            <a:endParaRPr lang="en-US" altLang="zh-CN" dirty="0"/>
          </a:p>
          <a:p>
            <a:r>
              <a:rPr lang="zh-CN" altLang="en-US" dirty="0"/>
              <a:t>击中场景上一点</a:t>
            </a:r>
            <a:endParaRPr lang="en-US" altLang="zh-CN" dirty="0"/>
          </a:p>
          <a:p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根据场景光源选择光源上一点</a:t>
            </a:r>
            <a:endParaRPr lang="en-US" altLang="zh-CN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zh-CN" altLang="en-US" dirty="0"/>
              <a:t>发射新的光线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29BD3C9-5919-D0AA-DB79-189CFE893456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向光源采样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9BFE26A-EAB2-B72B-9A01-57166D2AEC32}"/>
                  </a:ext>
                </a:extLst>
              </p:cNvPr>
              <p:cNvSpPr txBox="1"/>
              <p:nvPr/>
            </p:nvSpPr>
            <p:spPr>
              <a:xfrm>
                <a:off x="4626923" y="1620271"/>
                <a:ext cx="6095010" cy="6605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pHide m:val="on"/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b="0" i="0" dirty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9BFE26A-EAB2-B72B-9A01-57166D2AE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6923" y="1620271"/>
                <a:ext cx="6095010" cy="6605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239C091-DCF8-44C5-890D-7F3C6F361D85}"/>
                  </a:ext>
                </a:extLst>
              </p:cNvPr>
              <p:cNvSpPr txBox="1"/>
              <p:nvPr/>
            </p:nvSpPr>
            <p:spPr>
              <a:xfrm>
                <a:off x="4743697" y="4738691"/>
                <a:ext cx="609501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b="1" i="1" dirty="0">
                          <a:latin typeface="Cambria Math" panose="02040503050406030204" pitchFamily="18" charset="0"/>
                        </a:rPr>
                        <m:t>？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239C091-DCF8-44C5-890D-7F3C6F361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697" y="4738691"/>
                <a:ext cx="609501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C6288AB-EBE7-B263-E3CE-7C1C0C33545E}"/>
              </a:ext>
            </a:extLst>
          </p:cNvPr>
          <p:cNvCxnSpPr/>
          <p:nvPr/>
        </p:nvCxnSpPr>
        <p:spPr>
          <a:xfrm>
            <a:off x="779813" y="3521033"/>
            <a:ext cx="10716227" cy="0"/>
          </a:xfrm>
          <a:prstGeom prst="line">
            <a:avLst/>
          </a:prstGeom>
          <a:ln w="762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GAMES101.闫令琪.06.光线追踪(3).蒙特卡洛路径追踪(Lecture 15-16) | Banbao">
            <a:extLst>
              <a:ext uri="{FF2B5EF4-FFF2-40B4-BE49-F238E27FC236}">
                <a16:creationId xmlns:a16="http://schemas.microsoft.com/office/drawing/2014/main" id="{BC80C118-3DD4-4602-1D95-594FE34A3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3271" y="3796477"/>
            <a:ext cx="3152916" cy="2643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3861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AMES101.闫令琪.06.光线追踪(3).蒙特卡洛路径追踪(Lecture 15-16) | Banbao">
            <a:extLst>
              <a:ext uri="{FF2B5EF4-FFF2-40B4-BE49-F238E27FC236}">
                <a16:creationId xmlns:a16="http://schemas.microsoft.com/office/drawing/2014/main" id="{8CB88355-C9FB-E22E-C63E-159E9C035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10" y="4668855"/>
            <a:ext cx="3152916" cy="218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9A7D689-5892-0629-7C6C-EF2650474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349" y="4121009"/>
            <a:ext cx="5848651" cy="27369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6CA2854-1040-3B94-7DFE-8E41682EB68C}"/>
                  </a:ext>
                </a:extLst>
              </p:cNvPr>
              <p:cNvSpPr>
                <a:spLocks noGrp="1"/>
              </p:cNvSpPr>
              <p:nvPr>
                <p:ph idx="3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渲染方程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：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b="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US" altLang="zh-CN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pHide m:val="on"/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US" altLang="zh-CN" b="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CN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  <m:r>
                                <a:rPr lang="en-US" altLang="zh-CN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US" altLang="zh-CN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  <m:r>
                            <a:rPr lang="en-US" altLang="zh-CN" b="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b="0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b="0" i="0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  <m:r>
                            <a:rPr lang="en-US" altLang="zh-CN" b="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1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zh-CN" altLang="en-US" b="1" i="1" dirty="0">
                          <a:latin typeface="Cambria Math" panose="02040503050406030204" pitchFamily="18" charset="0"/>
                        </a:rPr>
                        <m:t>用</m:t>
                      </m:r>
                      <m:r>
                        <a:rPr lang="zh-CN" altLang="en-US" b="1" i="1" dirty="0" smtClean="0">
                          <a:latin typeface="Cambria Math" panose="02040503050406030204" pitchFamily="18" charset="0"/>
                        </a:rPr>
                        <m:t>点</m:t>
                      </m:r>
                      <m:r>
                        <a:rPr lang="zh-CN" altLang="en-US" b="1" i="1" dirty="0">
                          <a:latin typeface="Cambria Math" panose="02040503050406030204" pitchFamily="18" charset="0"/>
                        </a:rPr>
                        <m:t>替换掉</m:t>
                      </m:r>
                      <m:r>
                        <a:rPr lang="zh-CN" altLang="en-US" b="1" i="1" dirty="0" smtClean="0">
                          <a:latin typeface="Cambria Math" panose="02040503050406030204" pitchFamily="18" charset="0"/>
                        </a:rPr>
                        <m:t>方向</m:t>
                      </m:r>
                      <m:r>
                        <a:rPr lang="zh-CN" altLang="en-US" b="1" i="1" dirty="0">
                          <a:latin typeface="Cambria Math" panose="02040503050406030204" pitchFamily="18" charset="0"/>
                        </a:rPr>
                        <m:t>：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zh-CN" altLang="en-US" b="1" i="1" dirty="0" smtClean="0">
                          <a:latin typeface="Cambria Math" panose="02040503050406030204" pitchFamily="18" charset="0"/>
                        </a:rPr>
                        <m:t>，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sSup>
                            <m:sSup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zh-CN" altLang="en-US" b="1" i="1" dirty="0" smtClean="0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𝒐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p>
                            <m:sSup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</m:oMath>
                  </m:oMathPara>
                </a14:m>
                <a:endParaRPr lang="en-US" altLang="zh-CN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𝒐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</m:oMath>
                  </m:oMathPara>
                </a14:m>
                <a:endParaRPr lang="en-US" altLang="zh-CN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渲染方程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的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另一个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形式：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pHide m:val="on"/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n-US" altLang="zh-CN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1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p>
                              <m:r>
                                <a:rPr lang="en-US" altLang="zh-CN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p>
                                <m:sSupPr>
                                  <m:ctrlPr>
                                    <a:rPr lang="en-US" altLang="zh-CN" b="1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1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CN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</m:d>
                          <m:r>
                            <a:rPr lang="en-US" altLang="zh-CN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b="0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i="0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  <m:r>
                            <a:rPr lang="en-US" altLang="zh-CN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CN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1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p>
                              <m:r>
                                <a:rPr lang="en-US" altLang="zh-CN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p>
                                <m:sSupPr>
                                  <m:ctrlPr>
                                    <a:rPr lang="en-US" altLang="zh-CN" b="1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1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↔</m:t>
                          </m:r>
                          <m:sSup>
                            <m:sSup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𝑑𝑒𝑡</m:t>
                              </m:r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num>
                                    <m:den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𝑑𝐴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𝑑𝑒𝑡</m:t>
                          </m:r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𝑑𝐴</m:t>
                                  </m:r>
                                  <m:d>
                                    <m:d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′′</m:t>
                                          </m:r>
                                        </m:sup>
                                      </m:sSup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b="0" i="0" dirty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p>
                                    <m:sSupPr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func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b="1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 i="1" dirty="0" smtClean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p>
                                      <m:r>
                                        <a:rPr lang="en-US" altLang="zh-CN" b="1" i="1" dirty="0" smtClean="0">
                                          <a:latin typeface="Cambria Math" panose="02040503050406030204" pitchFamily="18" charset="0"/>
                                        </a:rPr>
                                        <m:t>′′</m:t>
                                      </m:r>
                                    </m:sup>
                                  </m:sSup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b="1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 i="1" dirty="0" smtClean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p>
                                      <m:r>
                                        <a:rPr lang="en-US" altLang="zh-CN" b="1" i="1" dirty="0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d>
                                <m:dPr>
                                  <m:ctrlP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p>
                                        <m:sSupPr>
                                          <m:ctrlP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p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′′</m:t>
                                          </m:r>
                                        </m:sup>
                                      </m:sSup>
                                      <m: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p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acc>
                                </m:e>
                              </m:d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p>
                                      <m: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  <m:t>′′</m:t>
                                      </m:r>
                                    </m:sup>
                                  </m:sSup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p>
                                      <m: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b="1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6CA2854-1040-3B94-7DFE-8E41682EB6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3"/>
              </p:nvPr>
            </p:nvSpPr>
            <p:spPr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89DF8BDE-2E28-2D66-67E8-5E0622B09368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渲染方程变换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B3E4DC41-D5EE-6F6C-DA25-1052DADA4BA0}"/>
              </a:ext>
            </a:extLst>
          </p:cNvPr>
          <p:cNvSpPr/>
          <p:nvPr/>
        </p:nvSpPr>
        <p:spPr>
          <a:xfrm>
            <a:off x="10659648" y="4615841"/>
            <a:ext cx="100209" cy="10020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403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BAF68-8451-C609-B32D-20EC26D70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E7E4AC9-3B45-9039-FE02-508E92575C1D}"/>
                  </a:ext>
                </a:extLst>
              </p:cNvPr>
              <p:cNvSpPr>
                <a:spLocks noGrp="1"/>
              </p:cNvSpPr>
              <p:nvPr>
                <p:ph idx="3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zh-CN" b="1" dirty="0"/>
              </a:p>
              <a:p>
                <a:pPr marL="0" indent="0">
                  <a:buNone/>
                </a:pPr>
                <a:endParaRPr lang="en-US" altLang="zh-CN" b="1" dirty="0"/>
              </a:p>
              <a:p>
                <a:pPr marL="0" indent="0">
                  <a:buNone/>
                </a:pPr>
                <a:endParaRPr lang="en-US" altLang="zh-CN" b="1" dirty="0"/>
              </a:p>
              <a:p>
                <a:pPr marL="0" indent="0">
                  <a:buNone/>
                </a:pPr>
                <a:endParaRPr lang="en-US" altLang="zh-CN" b="1" dirty="0"/>
              </a:p>
              <a:p>
                <a:pPr marL="0" indent="0">
                  <a:buNone/>
                </a:pP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pHide m:val="on"/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p>
                                <m:sSupPr>
                                  <m:ctrlP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</m:d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p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p>
                                <m:sSupPr>
                                  <m:ctrlP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↔</m:t>
                          </m:r>
                          <m:sSup>
                            <m:sSup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𝑑𝑒𝑡</m:t>
                              </m:r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𝑑𝐴</m:t>
                                      </m:r>
                                      <m:d>
                                        <m:d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zh-CN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i="1" dirty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i="1" dirty="0">
                                                  <a:latin typeface="Cambria Math" panose="02040503050406030204" pitchFamily="18" charset="0"/>
                                                </a:rPr>
                                                <m:t>′′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d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pHide m:val="on"/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p>
                                <m:sSup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</m:d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p>
                                <m:sSup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p>
                                <m:sSup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b="1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E7E4AC9-3B45-9039-FE02-508E92575C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3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5B31E914-1FC9-55AF-5086-3304F7D7F485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渲染方程变换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3325E6F-C2A0-1B89-EF76-E71C45D91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530" y="1169870"/>
            <a:ext cx="5848651" cy="27369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336A4AF-37E6-6ACE-9633-76370D945A5E}"/>
                  </a:ext>
                </a:extLst>
              </p:cNvPr>
              <p:cNvSpPr txBox="1"/>
              <p:nvPr/>
            </p:nvSpPr>
            <p:spPr>
              <a:xfrm>
                <a:off x="812627" y="1401355"/>
                <a:ext cx="6097044" cy="23687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↔</m:t>
                          </m:r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𝑐𝑜𝑠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↔</m:t>
                          </m:r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𝑑𝑒𝑡</m:t>
                          </m:r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𝑑𝐴</m:t>
                                  </m:r>
                                  <m:d>
                                    <m:d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′′</m:t>
                                          </m:r>
                                        </m:sup>
                                      </m:sSup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d>
                                <m:d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p>
                                        <m:sSupPr>
                                          <m:ctrlP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p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′′</m:t>
                                          </m:r>
                                        </m:sup>
                                      </m:sSup>
                                      <m: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p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acc>
                                </m:e>
                              </m:d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p>
                                      <m: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  <m:t>′′</m:t>
                                      </m:r>
                                    </m:sup>
                                  </m:sSup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p>
                                      <m: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↔</m:t>
                          </m:r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336A4AF-37E6-6ACE-9633-76370D945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627" y="1401355"/>
                <a:ext cx="6097044" cy="23687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椭圆 6">
            <a:extLst>
              <a:ext uri="{FF2B5EF4-FFF2-40B4-BE49-F238E27FC236}">
                <a16:creationId xmlns:a16="http://schemas.microsoft.com/office/drawing/2014/main" id="{A7A272C8-1460-D2FC-271B-77C17487F3EA}"/>
              </a:ext>
            </a:extLst>
          </p:cNvPr>
          <p:cNvSpPr/>
          <p:nvPr/>
        </p:nvSpPr>
        <p:spPr>
          <a:xfrm>
            <a:off x="10590755" y="1665962"/>
            <a:ext cx="100209" cy="100209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993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6A561-722C-35EF-2914-B677B085A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67C9A35-20A9-BC97-5A5B-B1BC6B36A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609" y="71406"/>
            <a:ext cx="3213095" cy="21573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129CC50-D209-C1CB-282D-B01847DC7910}"/>
                  </a:ext>
                </a:extLst>
              </p:cNvPr>
              <p:cNvSpPr>
                <a:spLocks noGrp="1"/>
              </p:cNvSpPr>
              <p:nvPr>
                <p:ph idx="3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sz="1400" b="1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pHide m:val="on"/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b="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b="0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1400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400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1400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400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sz="1400" b="1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pHide m:val="on"/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b="0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1400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4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1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altLang="zh-CN" sz="1400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400" b="1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sz="1400" b="1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pHide m:val="on"/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1400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altLang="zh-CN" sz="1400" b="1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pHide m:val="on"/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altLang="zh-CN" sz="1400" b="0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4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supHide m:val="on"/>
                                  <m:ctrlP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14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/>
                                <m:e>
                                  <m:r>
                                    <a:rPr lang="en-US" altLang="zh-CN" sz="14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 dirty="0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d>
                                    <m:d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𝑑𝐴</m:t>
                                  </m:r>
                                  <m:d>
                                    <m:dPr>
                                      <m:ctrlPr>
                                        <a:rPr lang="en-US" altLang="zh-CN" sz="1400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d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b="0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pHide m:val="on"/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</a:rPr>
                        <m:t>    +</m:t>
                      </m:r>
                      <m:nary>
                        <m:naryPr>
                          <m:supHide m:val="on"/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nary>
                            <m:naryPr>
                              <m:supHide m:val="on"/>
                              <m:ctrlPr>
                                <a:rPr lang="en-US" altLang="zh-CN" sz="14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CN" sz="1400" b="1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zh-CN" sz="14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altLang="zh-CN" sz="1400" b="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sz="1400" b="1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pHide m:val="on"/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altLang="zh-CN" sz="1400" b="1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pHide m:val="on"/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400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CN" sz="1400" b="1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b="0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zh-CN" sz="14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14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129CC50-D209-C1CB-282D-B01847DC7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3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9E414C3A-9425-0BC6-4453-95516A3E0D84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路径积分</a:t>
            </a:r>
          </a:p>
        </p:txBody>
      </p:sp>
    </p:spTree>
    <p:extLst>
      <p:ext uri="{BB962C8B-B14F-4D97-AF65-F5344CB8AC3E}">
        <p14:creationId xmlns:p14="http://schemas.microsoft.com/office/powerpoint/2010/main" val="819425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B0C98-C992-56F5-F2B5-837C63202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D4E73D6-D49B-8BD3-3B63-197D87B57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609" y="71406"/>
            <a:ext cx="3213095" cy="21573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E5B8A41B-F4F8-921F-3A22-03EA6DD52744}"/>
                  </a:ext>
                </a:extLst>
              </p:cNvPr>
              <p:cNvSpPr>
                <a:spLocks noGrp="1"/>
              </p:cNvSpPr>
              <p:nvPr>
                <p:ph idx="3"/>
              </p:nvPr>
            </p:nvSpPr>
            <p:spPr>
              <a:xfrm>
                <a:off x="0" y="1245235"/>
                <a:ext cx="12192000" cy="493141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4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1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altLang="zh-CN" sz="1400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400" b="1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sz="1400" b="1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pHide m:val="on"/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1400" b="1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altLang="zh-CN" sz="1400" b="1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pHide m:val="on"/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altLang="zh-CN" sz="1400" b="1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pHide m:val="on"/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400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CN" sz="1400" b="1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b="0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zh-CN" sz="14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sz="1400" b="1" i="1" dirty="0">
                          <a:latin typeface="Cambria Math" panose="02040503050406030204" pitchFamily="18" charset="0"/>
                        </a:rPr>
                        <m:t>    +</m:t>
                      </m:r>
                      <m:nary>
                        <m:naryPr>
                          <m:supHide m:val="on"/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400" b="1" i="1" dirty="0">
                          <a:latin typeface="Cambria Math" panose="02040503050406030204" pitchFamily="18" charset="0"/>
                        </a:rPr>
                        <m:t>    +</m:t>
                      </m:r>
                      <m:nary>
                        <m:naryPr>
                          <m:supHide m:val="on"/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4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b="0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14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4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400" b="1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zh-CN" sz="14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</a:rPr>
                        <m:t>    +</m:t>
                      </m:r>
                      <m:nary>
                        <m:naryPr>
                          <m:supHide m:val="on"/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4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nary>
                                <m:naryPr>
                                  <m:supHide m:val="on"/>
                                  <m:ctrlPr>
                                    <a:rPr lang="en-US" altLang="zh-CN" sz="1400" b="1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14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/>
                                <m:e>
                                  <m: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b="0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d>
                                    <m:dPr>
                                      <m:ctrlPr>
                                        <a:rPr lang="en-US" altLang="zh-CN" sz="1400" b="1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b="1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b="0" i="1" dirty="0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𝑑𝐴</m:t>
                                  </m:r>
                                  <m:d>
                                    <m:dPr>
                                      <m:ctrlPr>
                                        <a:rPr lang="en-US" altLang="zh-CN" sz="1400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zh-CN" sz="14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14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E5B8A41B-F4F8-921F-3A22-03EA6DD527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3"/>
              </p:nvPr>
            </p:nvSpPr>
            <p:spPr>
              <a:xfrm>
                <a:off x="0" y="1245235"/>
                <a:ext cx="12192000" cy="493141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D5FFDBAA-17FE-23AF-7C62-5A5F9B127757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路径积分</a:t>
            </a:r>
          </a:p>
        </p:txBody>
      </p:sp>
    </p:spTree>
    <p:extLst>
      <p:ext uri="{BB962C8B-B14F-4D97-AF65-F5344CB8AC3E}">
        <p14:creationId xmlns:p14="http://schemas.microsoft.com/office/powerpoint/2010/main" val="1530312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D99E6-7608-C748-F61C-6C9E9B15C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D5455C4-F5B9-3940-0325-65582CFB2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609" y="71406"/>
            <a:ext cx="3213095" cy="21573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57D59874-2980-2346-B947-0B1676C52A93}"/>
                  </a:ext>
                </a:extLst>
              </p:cNvPr>
              <p:cNvSpPr>
                <a:spLocks noGrp="1"/>
              </p:cNvSpPr>
              <p:nvPr>
                <p:ph idx="3"/>
              </p:nvPr>
            </p:nvSpPr>
            <p:spPr>
              <a:xfrm>
                <a:off x="0" y="1245235"/>
                <a:ext cx="12192000" cy="493141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sz="1400" b="1" i="1" dirty="0">
                          <a:latin typeface="Cambria Math" panose="02040503050406030204" pitchFamily="18" charset="0"/>
                        </a:rPr>
                        <m:t>    +</m:t>
                      </m:r>
                      <m:nary>
                        <m:naryPr>
                          <m:supHide m:val="on"/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400" b="1" i="1" dirty="0">
                          <a:latin typeface="Cambria Math" panose="02040503050406030204" pitchFamily="18" charset="0"/>
                        </a:rPr>
                        <m:t>    +</m:t>
                      </m:r>
                      <m:nary>
                        <m:naryPr>
                          <m:supHide m:val="on"/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4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b="0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14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4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400" b="1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zh-CN" sz="14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</a:rPr>
                        <m:t>    +</m:t>
                      </m:r>
                      <m:nary>
                        <m:naryPr>
                          <m:supHide m:val="on"/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4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nary>
                                <m:naryPr>
                                  <m:supHide m:val="on"/>
                                  <m:ctrlPr>
                                    <a:rPr lang="en-US" altLang="zh-CN" sz="1400" b="1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14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/>
                                <m:e>
                                  <m: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b="0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𝒆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b="1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b="1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b="0" i="1" dirty="0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𝑑𝐴</m:t>
                                  </m:r>
                                  <m:d>
                                    <m:dPr>
                                      <m:ctrlPr>
                                        <a:rPr lang="en-US" altLang="zh-CN" sz="1400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  <m:r>
                                <a:rPr lang="en-US" altLang="zh-CN" sz="14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zh-CN" sz="14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    +…</m:t>
                      </m:r>
                    </m:oMath>
                  </m:oMathPara>
                </a14:m>
                <a:endParaRPr lang="en-US" altLang="zh-CN" sz="1400" b="1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400" b="1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b="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400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1400" b="1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0" b="1" i="1" dirty="0">
                          <a:latin typeface="Cambria Math" panose="02040503050406030204" pitchFamily="18" charset="0"/>
                        </a:rPr>
                        <m:t>包含</m:t>
                      </m:r>
                      <m:r>
                        <m:rPr>
                          <m:sty m:val="p"/>
                        </m:rPr>
                        <a:rPr lang="en-US" altLang="zh-CN" sz="1400" b="1" i="1" dirty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1400" b="1" i="1" dirty="0">
                          <a:latin typeface="Cambria Math" panose="02040503050406030204" pitchFamily="18" charset="0"/>
                        </a:rPr>
                        <m:t>个</m:t>
                      </m:r>
                      <m:r>
                        <a:rPr lang="zh-CN" altLang="en-US" sz="1400" b="1" i="1" dirty="0" smtClean="0">
                          <a:latin typeface="Cambria Math" panose="02040503050406030204" pitchFamily="18" charset="0"/>
                        </a:rPr>
                        <m:t>顶点</m:t>
                      </m:r>
                      <m:r>
                        <a:rPr lang="zh-CN" altLang="en-US" sz="1400" b="1" i="1" dirty="0">
                          <a:latin typeface="Cambria Math" panose="02040503050406030204" pitchFamily="18" charset="0"/>
                        </a:rPr>
                        <m:t>的</m:t>
                      </m:r>
                      <m:r>
                        <a:rPr lang="zh-CN" altLang="en-US" sz="1400" b="1" i="1" dirty="0" smtClean="0">
                          <a:latin typeface="Cambria Math" panose="02040503050406030204" pitchFamily="18" charset="0"/>
                        </a:rPr>
                        <m:t>所有路径</m:t>
                      </m:r>
                      <m:r>
                        <a:rPr lang="zh-CN" altLang="en-US" sz="1400" b="1" i="1" dirty="0">
                          <a:latin typeface="Cambria Math" panose="02040503050406030204" pitchFamily="18" charset="0"/>
                        </a:rPr>
                        <m:t>：</m:t>
                      </m:r>
                      <m:sSub>
                        <m:sSub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1400" i="1" dirty="0">
                          <a:latin typeface="Cambria Math" panose="02040503050406030204" pitchFamily="18" charset="0"/>
                        </a:rPr>
                        <m:t>；</m:t>
                      </m:r>
                      <m:r>
                        <a:rPr lang="en-US" altLang="zh-CN" sz="1400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zh-CN" altLang="en-US" sz="1400" b="1" i="1" dirty="0" smtClean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lang="zh-CN" altLang="en-US" sz="1400" b="1" i="1" dirty="0">
                          <a:latin typeface="Cambria Math" panose="02040503050406030204" pitchFamily="18" charset="0"/>
                        </a:rPr>
                        <m:t>路径</m:t>
                      </m:r>
                      <m:sSub>
                        <m:sSub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1400" i="1" dirty="0">
                          <a:latin typeface="Cambria Math" panose="02040503050406030204" pitchFamily="18" charset="0"/>
                        </a:rPr>
                        <m:t>贡献的光照</m:t>
                      </m:r>
                    </m:oMath>
                  </m:oMathPara>
                </a14:m>
                <a:endParaRPr lang="en-US" altLang="zh-CN" sz="1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1400" b="1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sub>
                            <m:sup/>
                            <m:e>
                              <m:r>
                                <a:rPr lang="en-US" altLang="zh-CN" sz="1400" b="1" i="1" dirty="0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nary>
                                <m:naryPr>
                                  <m:supHide m:val="on"/>
                                  <m:ctrlP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altLang="zh-CN" sz="14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0" i="1" dirty="0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zh-CN" sz="1400" b="0" i="1" dirty="0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b="1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 smtClean="0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 smtClean="0"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 dirty="0" smtClean="0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 smtClean="0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 smtClean="0"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  <m:r>
                                            <a:rPr lang="en-US" altLang="zh-CN" sz="1400" b="1" i="1" dirty="0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1400" b="1" i="1" dirty="0" smtClean="0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 ∗</m:t>
                                  </m:r>
                                  <m:d>
                                    <m:d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∏"/>
                                          <m:ctrlP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en-US" altLang="zh-CN" sz="1400" b="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CN" sz="1400" b="0" i="1" dirty="0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0" i="1" dirty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altLang="zh-CN" sz="1400" b="0" i="1" dirty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  <m:e>
                                          <m:r>
                                            <a:rPr lang="en-US" altLang="zh-CN" sz="1400" b="0" i="1" dirty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altLang="zh-CN" sz="1400" b="1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CN" sz="1400" b="1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400" b="1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𝒑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b="1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𝒊</m:t>
                                                  </m:r>
                                                  <m:r>
                                                    <a:rPr lang="en-US" altLang="zh-CN" sz="1400" b="1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  <m:r>
                                                    <a:rPr lang="en-US" altLang="zh-CN" sz="1400" b="1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𝟏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zh-CN" sz="14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zh-CN" sz="1400" b="1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400" b="1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𝒑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b="1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𝒊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zh-CN" sz="14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zh-CN" sz="1400" b="1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400" b="1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𝒑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b="1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𝒊</m:t>
                                                  </m:r>
                                                  <m:r>
                                                    <a:rPr lang="en-US" altLang="zh-CN" sz="1400" b="1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a:rPr lang="en-US" altLang="zh-CN" sz="1400" b="1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𝟏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r>
                                            <a:rPr lang="en-US" altLang="zh-CN" sz="14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altLang="zh-CN" sz="1400" b="0" i="1" dirty="0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  <m: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1400" b="1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  <m:r>
                                                <a:rPr lang="en-US" altLang="zh-CN" sz="14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US" altLang="zh-CN" sz="14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altLang="zh-CN" sz="1400" b="0" i="1" dirty="0"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en-US" altLang="zh-CN" sz="1400" b="0" i="1" dirty="0">
                              <a:latin typeface="Cambria Math" panose="02040503050406030204" pitchFamily="18" charset="0"/>
                            </a:rPr>
                            <m:t>𝑑𝐴</m:t>
                          </m:r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1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nary>
                      <m:r>
                        <a:rPr lang="en-US" altLang="zh-CN" sz="1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sSub>
                        <m:sSubPr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1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1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57D59874-2980-2346-B947-0B1676C52A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3"/>
              </p:nvPr>
            </p:nvSpPr>
            <p:spPr>
              <a:xfrm>
                <a:off x="0" y="1245235"/>
                <a:ext cx="12192000" cy="493141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21F565B0-1A28-1DF7-9D81-504437AC1D52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路径积分</a:t>
            </a:r>
          </a:p>
        </p:txBody>
      </p:sp>
    </p:spTree>
    <p:extLst>
      <p:ext uri="{BB962C8B-B14F-4D97-AF65-F5344CB8AC3E}">
        <p14:creationId xmlns:p14="http://schemas.microsoft.com/office/powerpoint/2010/main" val="2031835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DFFED-2C65-F75C-6F9A-F1CF1B99F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B21297D-E911-A838-86CE-6D32A1490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609" y="71406"/>
            <a:ext cx="3213095" cy="21573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76A48BC-CBA1-397E-5EA0-611A3BF3034B}"/>
                  </a:ext>
                </a:extLst>
              </p:cNvPr>
              <p:cNvSpPr>
                <a:spLocks noGrp="1"/>
              </p:cNvSpPr>
              <p:nvPr>
                <p:ph idx="3"/>
              </p:nvPr>
            </p:nvSpPr>
            <p:spPr>
              <a:xfrm>
                <a:off x="0" y="1720248"/>
                <a:ext cx="12192000" cy="493141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b="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CN" sz="16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ctrlPr>
                                        <a:rPr lang="en-US" altLang="zh-CN" sz="16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=2</m:t>
                                      </m:r>
                                    </m:sub>
                                    <m:sup>
                                      <m:r>
                                        <a:rPr lang="en-US" altLang="zh-CN" sz="1600" b="1" i="1" dirty="0">
                                          <a:latin typeface="Cambria Math" panose="02040503050406030204" pitchFamily="18" charset="0"/>
                                        </a:rPr>
                                        <m:t>+∞</m:t>
                                      </m:r>
                                    </m:sup>
                                    <m:e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en-US" altLang="zh-CN" sz="16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6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altLang="zh-CN" sz="1600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altLang="zh-CN" sz="1600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altLang="zh-CN" sz="1600" i="1" dirty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</m:num>
                                <m:den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den>
                              </m:f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𝑤𝑖𝑡h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𝑝𝑟𝑜𝑏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0,  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16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altLang="zh-CN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76A48BC-CBA1-397E-5EA0-611A3BF303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3"/>
              </p:nvPr>
            </p:nvSpPr>
            <p:spPr>
              <a:xfrm>
                <a:off x="0" y="1720248"/>
                <a:ext cx="12192000" cy="493141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0D29E72D-7F3A-1555-F747-01087BC50EA4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求解路径积分</a:t>
            </a:r>
          </a:p>
        </p:txBody>
      </p:sp>
      <p:sp>
        <p:nvSpPr>
          <p:cNvPr id="5" name="标题 2">
            <a:extLst>
              <a:ext uri="{FF2B5EF4-FFF2-40B4-BE49-F238E27FC236}">
                <a16:creationId xmlns:a16="http://schemas.microsoft.com/office/drawing/2014/main" id="{A7F7B60F-A62F-281F-2932-8F1284BE37A1}"/>
              </a:ext>
            </a:extLst>
          </p:cNvPr>
          <p:cNvSpPr txBox="1">
            <a:spLocks/>
          </p:cNvSpPr>
          <p:nvPr/>
        </p:nvSpPr>
        <p:spPr>
          <a:xfrm>
            <a:off x="4250495" y="728346"/>
            <a:ext cx="2078907" cy="351654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 fontScale="85000" lnSpcReduction="1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r>
              <a:rPr lang="en-US" altLang="zh-CN" sz="2000" dirty="0"/>
              <a:t>(1) </a:t>
            </a:r>
            <a:r>
              <a:rPr lang="zh-CN" altLang="en-US" sz="2000" dirty="0"/>
              <a:t>俄罗斯轮盘赌</a:t>
            </a:r>
          </a:p>
        </p:txBody>
      </p:sp>
    </p:spTree>
    <p:extLst>
      <p:ext uri="{BB962C8B-B14F-4D97-AF65-F5344CB8AC3E}">
        <p14:creationId xmlns:p14="http://schemas.microsoft.com/office/powerpoint/2010/main" val="3620859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C1F7F-0F22-2E30-18B1-E0F8B5FA9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C630F20-2C55-9ABA-3388-807CEAF76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609" y="71406"/>
            <a:ext cx="3213095" cy="21573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08556EA-6C84-37C7-0B23-9D8C8A5D38DF}"/>
                  </a:ext>
                </a:extLst>
              </p:cNvPr>
              <p:cNvSpPr>
                <a:spLocks noGrp="1"/>
              </p:cNvSpPr>
              <p:nvPr>
                <p:ph idx="3"/>
              </p:nvPr>
            </p:nvSpPr>
            <p:spPr>
              <a:xfrm>
                <a:off x="862446" y="1233359"/>
                <a:ext cx="12138560" cy="246052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200" b="1" i="1" dirty="0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2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 dirty="0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sz="12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200" b="1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sz="1200" b="1" i="1" dirty="0">
                          <a:latin typeface="Cambria Math" panose="02040503050406030204" pitchFamily="18" charset="0"/>
                        </a:rPr>
                        <m:t>    +</m:t>
                      </m:r>
                      <m:nary>
                        <m:naryPr>
                          <m:supHide m:val="on"/>
                          <m:ctrlPr>
                            <a:rPr lang="en-US" altLang="zh-CN" sz="1200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200" b="1" i="1" dirty="0">
                          <a:latin typeface="Cambria Math" panose="02040503050406030204" pitchFamily="18" charset="0"/>
                        </a:rPr>
                        <m:t>    +</m:t>
                      </m:r>
                      <m:nary>
                        <m:naryPr>
                          <m:supHide m:val="on"/>
                          <m:ctrlPr>
                            <a:rPr lang="en-US" altLang="zh-CN" sz="1200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2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2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r>
                                <a:rPr lang="en-US" altLang="zh-CN" sz="12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2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b="0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12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2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200" b="1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2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 dirty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zh-CN" sz="12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    +</m:t>
                      </m:r>
                      <m:nary>
                        <m:naryPr>
                          <m:supHide m:val="on"/>
                          <m:ctrlPr>
                            <a:rPr lang="en-US" altLang="zh-CN" sz="1200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2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2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nary>
                                <m:naryPr>
                                  <m:supHide m:val="on"/>
                                  <m:ctrlPr>
                                    <a:rPr lang="en-US" altLang="zh-CN" sz="1200" b="1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12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/>
                                <m:e>
                                  <m:r>
                                    <a:rPr lang="en-US" altLang="zh-CN" sz="1200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b="0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zh-CN" sz="1200" b="0" i="1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200" b="1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b="1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b="0" i="1" dirty="0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 dirty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𝑑𝐴</m:t>
                                  </m:r>
                                  <m:d>
                                    <m:dPr>
                                      <m:ctrlPr>
                                        <a:rPr lang="en-US" altLang="zh-CN" sz="1200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  <m:r>
                                <a:rPr lang="en-US" altLang="zh-CN" sz="12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zh-CN" sz="12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   +…</m:t>
                      </m:r>
                    </m:oMath>
                  </m:oMathPara>
                </a14:m>
                <a:endParaRPr lang="en-US" altLang="zh-CN" sz="12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08556EA-6C84-37C7-0B23-9D8C8A5D38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3"/>
              </p:nvPr>
            </p:nvSpPr>
            <p:spPr>
              <a:xfrm>
                <a:off x="862446" y="1233359"/>
                <a:ext cx="12138560" cy="246052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69365886-E86C-C445-A474-4EE6C14050DD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求解路径积分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EBCD904-2B04-600F-4CBA-F997C5730562}"/>
                  </a:ext>
                </a:extLst>
              </p:cNvPr>
              <p:cNvSpPr txBox="1"/>
              <p:nvPr/>
            </p:nvSpPr>
            <p:spPr>
              <a:xfrm>
                <a:off x="3856043" y="1233359"/>
                <a:ext cx="1396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800" dirty="0"/>
                  <a:t>=&gt;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18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800" b="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8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EBCD904-2B04-600F-4CBA-F997C5730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6043" y="1233359"/>
                <a:ext cx="1396288" cy="369332"/>
              </a:xfrm>
              <a:prstGeom prst="rect">
                <a:avLst/>
              </a:prstGeom>
              <a:blipFill>
                <a:blip r:embed="rId4"/>
                <a:stretch>
                  <a:fillRect l="-3930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A827A18-4D2A-294A-2311-77367BB2CE86}"/>
                  </a:ext>
                </a:extLst>
              </p:cNvPr>
              <p:cNvSpPr txBox="1"/>
              <p:nvPr/>
            </p:nvSpPr>
            <p:spPr>
              <a:xfrm>
                <a:off x="695960" y="2794787"/>
                <a:ext cx="11919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&lt;=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A827A18-4D2A-294A-2311-77367BB2CE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60" y="2794787"/>
                <a:ext cx="1191986" cy="369332"/>
              </a:xfrm>
              <a:prstGeom prst="rect">
                <a:avLst/>
              </a:prstGeom>
              <a:blipFill>
                <a:blip r:embed="rId5"/>
                <a:stretch>
                  <a:fillRect t="-8197" r="-1020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504CFC3-56C4-934E-0C45-F7E94DA310F1}"/>
                  </a:ext>
                </a:extLst>
              </p:cNvPr>
              <p:cNvSpPr txBox="1"/>
              <p:nvPr/>
            </p:nvSpPr>
            <p:spPr>
              <a:xfrm>
                <a:off x="695960" y="2272096"/>
                <a:ext cx="11919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&lt;=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504CFC3-56C4-934E-0C45-F7E94DA31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60" y="2272096"/>
                <a:ext cx="1191986" cy="369332"/>
              </a:xfrm>
              <a:prstGeom prst="rect">
                <a:avLst/>
              </a:prstGeom>
              <a:blipFill>
                <a:blip r:embed="rId6"/>
                <a:stretch>
                  <a:fillRect t="-10000" r="-102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2A1C0F7-5B06-7FFF-FED1-DCC692F1025B}"/>
                  </a:ext>
                </a:extLst>
              </p:cNvPr>
              <p:cNvSpPr txBox="1"/>
              <p:nvPr/>
            </p:nvSpPr>
            <p:spPr>
              <a:xfrm>
                <a:off x="695960" y="1728567"/>
                <a:ext cx="11919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&lt;=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2A1C0F7-5B06-7FFF-FED1-DCC692F10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60" y="1728567"/>
                <a:ext cx="1191986" cy="369332"/>
              </a:xfrm>
              <a:prstGeom prst="rect">
                <a:avLst/>
              </a:prstGeom>
              <a:blipFill>
                <a:blip r:embed="rId7"/>
                <a:stretch>
                  <a:fillRect t="-10000" r="-102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标题 2">
            <a:extLst>
              <a:ext uri="{FF2B5EF4-FFF2-40B4-BE49-F238E27FC236}">
                <a16:creationId xmlns:a16="http://schemas.microsoft.com/office/drawing/2014/main" id="{A7340493-B795-43A3-2A82-A2F585CE0518}"/>
              </a:ext>
            </a:extLst>
          </p:cNvPr>
          <p:cNvSpPr txBox="1">
            <a:spLocks/>
          </p:cNvSpPr>
          <p:nvPr/>
        </p:nvSpPr>
        <p:spPr>
          <a:xfrm>
            <a:off x="4250495" y="728346"/>
            <a:ext cx="2078907" cy="351654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 fontScale="85000" lnSpcReduction="1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r>
              <a:rPr lang="en-US" altLang="zh-CN" sz="2000" dirty="0"/>
              <a:t>(2) </a:t>
            </a:r>
            <a:r>
              <a:rPr lang="zh-CN" altLang="en-US" sz="2000" dirty="0"/>
              <a:t>蒙特卡洛估计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E2CFDE4-2DA5-9ACB-57B3-38CBB442B467}"/>
                  </a:ext>
                </a:extLst>
              </p:cNvPr>
              <p:cNvSpPr txBox="1"/>
              <p:nvPr/>
            </p:nvSpPr>
            <p:spPr>
              <a:xfrm>
                <a:off x="300789" y="3244334"/>
                <a:ext cx="1587157" cy="3768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=5</m:t>
                        </m:r>
                      </m:sub>
                      <m:sup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 dirty="0"/>
                  <a:t>&lt;=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E2CFDE4-2DA5-9ACB-57B3-38CBB442B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89" y="3244334"/>
                <a:ext cx="1587157" cy="376898"/>
              </a:xfrm>
              <a:prstGeom prst="rect">
                <a:avLst/>
              </a:prstGeom>
              <a:blipFill>
                <a:blip r:embed="rId8"/>
                <a:stretch>
                  <a:fillRect l="-21073" t="-114516" b="-1822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内容占位符 1">
                <a:extLst>
                  <a:ext uri="{FF2B5EF4-FFF2-40B4-BE49-F238E27FC236}">
                    <a16:creationId xmlns:a16="http://schemas.microsoft.com/office/drawing/2014/main" id="{0E1BF514-748D-8DF3-ED8E-045DC50E6F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573" y="3936454"/>
                <a:ext cx="12138560" cy="2460523"/>
              </a:xfrm>
              <a:prstGeom prst="rect">
                <a:avLst/>
              </a:prstGeom>
              <a:ln>
                <a:noFill/>
                <a:prstDash val="sysDash"/>
              </a:ln>
            </p:spPr>
            <p:txBody>
              <a:bodyPr vert="horz" lIns="90000" tIns="46800" rIns="90000" bIns="46800" rtlCol="0">
                <a:normAutofit/>
              </a:bodyPr>
              <a:lstStyle>
                <a:defPPr>
                  <a:defRPr lang="zh-CN"/>
                </a:defPPr>
                <a:lvl1pPr marL="228600" marR="0" lvl="0" indent="-228600" algn="l" defTabSz="914400" rtl="0" eaLnBrk="1" fontAlgn="auto" latinLnBrk="0" hangingPunct="1">
                  <a:lnSpc>
                    <a:spcPct val="13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●"/>
                  <a:defRPr kumimoji="0" lang="zh-CN" altLang="en-US" sz="1800" b="0" i="0" u="none" strike="noStrike" kern="1200" cap="none" spc="150" normalizeH="0" baseline="0" noProof="1" dirty="0">
                    <a:ln>
                      <a:noFill/>
                      <a:prstDash val="sysDot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  <a:sym typeface="+mn-ea"/>
                  </a:defRPr>
                </a:lvl1pPr>
                <a:lvl2pPr marL="449580" marR="0" lvl="1" indent="-231775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tabLst>
                    <a:tab pos="1609725" algn="l"/>
                  </a:tabLst>
                  <a:defRPr kumimoji="0" sz="1600" b="0" i="0" u="none" strike="noStrike" kern="1200" cap="none" spc="150" normalizeH="0" baseline="0">
                    <a:ln>
                      <a:noFill/>
                      <a:prstDash val="sysDot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</a:defRPr>
                </a:lvl2pPr>
                <a:lvl3pPr marL="719455" marR="0" lvl="2" indent="-276225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defRPr kumimoji="0" sz="1600" b="0" i="0" u="none" strike="noStrike" kern="1200" cap="none" spc="150" normalizeH="0" baseline="0">
                    <a:ln>
                      <a:noFill/>
                      <a:prstDash val="sysDot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</a:defRPr>
                </a:lvl3pPr>
                <a:lvl4pPr marL="987425" marR="0" lvl="3" indent="-262255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300"/>
                  </a:spcAft>
                  <a:buFont typeface="Wingdings" panose="05000000000000000000" charset="0"/>
                  <a:buChar char=""/>
                  <a:tabLst>
                    <a:tab pos="899795" algn="l"/>
                  </a:tabLst>
                  <a:defRPr kumimoji="0" sz="1400" b="0" i="0" u="none" strike="noStrike" kern="1200" cap="none" spc="150" normalizeH="0" baseline="0">
                    <a:ln>
                      <a:noFill/>
                      <a:prstDash val="sysDot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</a:defRPr>
                </a:lvl4pPr>
                <a:lvl5pPr marL="1256030" marR="0" lvl="4" indent="-262255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  <a:defRPr kumimoji="0" sz="1400" b="0" i="0" u="none" strike="noStrike" kern="1200" cap="none" spc="150" normalizeH="0" baseline="0">
                    <a:ln>
                      <a:noFill/>
                      <a:prstDash val="sysDot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</a:defRPr>
                </a:lvl5pPr>
                <a:lvl6pPr marL="2514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2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1200" b="1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12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1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2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12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2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sz="120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1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zh-CN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altLang="zh-CN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12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12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supHide m:val="on"/>
                              <m:ctrlP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zh-CN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altLang="zh-CN" sz="1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2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CN" sz="12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12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2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1200" b="1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12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内容占位符 1">
                <a:extLst>
                  <a:ext uri="{FF2B5EF4-FFF2-40B4-BE49-F238E27FC236}">
                    <a16:creationId xmlns:a16="http://schemas.microsoft.com/office/drawing/2014/main" id="{0E1BF514-748D-8DF3-ED8E-045DC50E6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73" y="3936454"/>
                <a:ext cx="12138560" cy="246052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4085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91B03-2B4C-2738-2DE6-16199782C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5D3A1EC-9538-101A-10FE-6604638C5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609" y="71406"/>
            <a:ext cx="3213095" cy="2157364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66551568-EC26-49DA-1C4E-7583DC2D7AA5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求解路径积分</a:t>
            </a:r>
          </a:p>
        </p:txBody>
      </p:sp>
      <p:sp>
        <p:nvSpPr>
          <p:cNvPr id="16" name="标题 2">
            <a:extLst>
              <a:ext uri="{FF2B5EF4-FFF2-40B4-BE49-F238E27FC236}">
                <a16:creationId xmlns:a16="http://schemas.microsoft.com/office/drawing/2014/main" id="{DA4F3242-4D0E-0271-9D5A-FD1AF053C700}"/>
              </a:ext>
            </a:extLst>
          </p:cNvPr>
          <p:cNvSpPr txBox="1">
            <a:spLocks/>
          </p:cNvSpPr>
          <p:nvPr/>
        </p:nvSpPr>
        <p:spPr>
          <a:xfrm>
            <a:off x="4250495" y="728346"/>
            <a:ext cx="2381874" cy="351654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 fontScale="70000" lnSpcReduction="2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r>
              <a:rPr lang="en-US" altLang="zh-CN" sz="2000" dirty="0"/>
              <a:t>(3) </a:t>
            </a:r>
            <a:r>
              <a:rPr lang="zh-CN" altLang="en-US" sz="2000" dirty="0"/>
              <a:t>蒙特卡洛采样点选择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内容占位符 1">
                <a:extLst>
                  <a:ext uri="{FF2B5EF4-FFF2-40B4-BE49-F238E27FC236}">
                    <a16:creationId xmlns:a16="http://schemas.microsoft.com/office/drawing/2014/main" id="{64717BB0-44A0-726B-1E96-F3419411E4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086461" y="1572894"/>
                <a:ext cx="12138560" cy="2460523"/>
              </a:xfrm>
              <a:prstGeom prst="rect">
                <a:avLst/>
              </a:prstGeom>
              <a:ln>
                <a:noFill/>
                <a:prstDash val="sysDash"/>
              </a:ln>
            </p:spPr>
            <p:txBody>
              <a:bodyPr vert="horz" lIns="90000" tIns="46800" rIns="90000" bIns="46800" rtlCol="0">
                <a:normAutofit/>
              </a:bodyPr>
              <a:lstStyle>
                <a:defPPr>
                  <a:defRPr lang="zh-CN"/>
                </a:defPPr>
                <a:lvl1pPr marL="228600" marR="0" lvl="0" indent="-228600" algn="l" defTabSz="914400" rtl="0" eaLnBrk="1" fontAlgn="auto" latinLnBrk="0" hangingPunct="1">
                  <a:lnSpc>
                    <a:spcPct val="13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●"/>
                  <a:defRPr kumimoji="0" lang="zh-CN" altLang="en-US" sz="1800" b="0" i="0" u="none" strike="noStrike" kern="1200" cap="none" spc="150" normalizeH="0" baseline="0" noProof="1" dirty="0">
                    <a:ln>
                      <a:noFill/>
                      <a:prstDash val="sysDot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  <a:sym typeface="+mn-ea"/>
                  </a:defRPr>
                </a:lvl1pPr>
                <a:lvl2pPr marL="449580" marR="0" lvl="1" indent="-231775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tabLst>
                    <a:tab pos="1609725" algn="l"/>
                  </a:tabLst>
                  <a:defRPr kumimoji="0" sz="1600" b="0" i="0" u="none" strike="noStrike" kern="1200" cap="none" spc="150" normalizeH="0" baseline="0">
                    <a:ln>
                      <a:noFill/>
                      <a:prstDash val="sysDot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</a:defRPr>
                </a:lvl2pPr>
                <a:lvl3pPr marL="719455" marR="0" lvl="2" indent="-276225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defRPr kumimoji="0" sz="1600" b="0" i="0" u="none" strike="noStrike" kern="1200" cap="none" spc="150" normalizeH="0" baseline="0">
                    <a:ln>
                      <a:noFill/>
                      <a:prstDash val="sysDot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</a:defRPr>
                </a:lvl3pPr>
                <a:lvl4pPr marL="987425" marR="0" lvl="3" indent="-262255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300"/>
                  </a:spcAft>
                  <a:buFont typeface="Wingdings" panose="05000000000000000000" charset="0"/>
                  <a:buChar char=""/>
                  <a:tabLst>
                    <a:tab pos="899795" algn="l"/>
                  </a:tabLst>
                  <a:defRPr kumimoji="0" sz="1400" b="0" i="0" u="none" strike="noStrike" kern="1200" cap="none" spc="150" normalizeH="0" baseline="0">
                    <a:ln>
                      <a:noFill/>
                      <a:prstDash val="sysDot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</a:defRPr>
                </a:lvl4pPr>
                <a:lvl5pPr marL="1256030" marR="0" lvl="4" indent="-262255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  <a:defRPr kumimoji="0" sz="1400" b="0" i="0" u="none" strike="noStrike" kern="1200" cap="none" spc="150" normalizeH="0" baseline="0">
                    <a:ln>
                      <a:noFill/>
                      <a:prstDash val="sysDot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</a:defRPr>
                </a:lvl5pPr>
                <a:lvl6pPr marL="2514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2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1200" b="1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12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1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2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2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CN" sz="1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2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12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2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sz="120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1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zh-CN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altLang="zh-CN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12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12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supHide m:val="on"/>
                              <m:ctrlP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zh-CN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altLang="zh-CN" sz="1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2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CN" sz="12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12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2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200" b="1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200" b="1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2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CN" sz="12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2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2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1200" b="1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12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内容占位符 1">
                <a:extLst>
                  <a:ext uri="{FF2B5EF4-FFF2-40B4-BE49-F238E27FC236}">
                    <a16:creationId xmlns:a16="http://schemas.microsoft.com/office/drawing/2014/main" id="{64717BB0-44A0-726B-1E96-F3419411E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86461" y="1572894"/>
                <a:ext cx="12138560" cy="24605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AAD2C8C-3DA2-053D-9B7A-707F319D7521}"/>
                  </a:ext>
                </a:extLst>
              </p:cNvPr>
              <p:cNvSpPr txBox="1"/>
              <p:nvPr/>
            </p:nvSpPr>
            <p:spPr>
              <a:xfrm>
                <a:off x="806116" y="4110608"/>
                <a:ext cx="910790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增量路径构建：在对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8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进行蒙特卡洛估计时，路径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dirty="0"/>
                  <a:t>的</a:t>
                </a:r>
                <a14:m>
                  <m:oMath xmlns:m="http://schemas.openxmlformats.org/officeDocument/2006/math"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dirty="0" smtClean="0">
                            <a:latin typeface="Cambria Math" panose="02040503050406030204" pitchFamily="18" charset="0"/>
                          </a:rPr>
                          <m:t>𝐩</m:t>
                        </m:r>
                      </m:e>
                      <m:sub>
                        <m:r>
                          <a:rPr lang="en-US" altLang="zh-CN" b="1" i="0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b="1" i="0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dirty="0" smtClean="0">
                            <a:latin typeface="Cambria Math" panose="02040503050406030204" pitchFamily="18" charset="0"/>
                          </a:rPr>
                          <m:t>𝐩</m:t>
                        </m:r>
                      </m:e>
                      <m:sub>
                        <m:r>
                          <a:rPr lang="en-US" altLang="zh-CN" b="1" i="0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0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dirty="0" smtClean="0">
                            <a:latin typeface="Cambria Math" panose="02040503050406030204" pitchFamily="18" charset="0"/>
                          </a:rPr>
                          <m:t>𝐩</m:t>
                        </m:r>
                      </m:e>
                      <m:sub>
                        <m:r>
                          <a:rPr lang="en-US" altLang="zh-CN" b="1" i="0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将会复用路径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，仅采样去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zh-CN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r>
                  <a:rPr lang="zh-CN" altLang="en-US" dirty="0"/>
                  <a:t>这样做虽然降低了对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蒙特卡洛估计时的独立性，但是由于复用了之前的采样点，大幅增加了估计器速度，所以总体上可以提升估计器的效率。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AAD2C8C-3DA2-053D-9B7A-707F319D7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16" y="4110608"/>
                <a:ext cx="9107906" cy="1200329"/>
              </a:xfrm>
              <a:prstGeom prst="rect">
                <a:avLst/>
              </a:prstGeom>
              <a:blipFill>
                <a:blip r:embed="rId4"/>
                <a:stretch>
                  <a:fillRect l="-535" t="-2538" b="-7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5664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DF870-6C45-2A8D-C79C-B88043D04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8C2D675-B183-1AA4-E86F-7915514C6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609" y="71406"/>
            <a:ext cx="3213095" cy="2157364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B5298397-B38B-F127-367B-B6218D15B87B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三大问题？（采样的域）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1">
                <a:extLst>
                  <a:ext uri="{FF2B5EF4-FFF2-40B4-BE49-F238E27FC236}">
                    <a16:creationId xmlns:a16="http://schemas.microsoft.com/office/drawing/2014/main" id="{E7823950-3E73-BB7B-3824-5475A55E1954}"/>
                  </a:ext>
                </a:extLst>
              </p:cNvPr>
              <p:cNvSpPr>
                <a:spLocks noGrp="1"/>
              </p:cNvSpPr>
              <p:nvPr>
                <p:ph idx="3"/>
              </p:nvPr>
            </p:nvSpPr>
            <p:spPr>
              <a:xfrm>
                <a:off x="405246" y="1287102"/>
                <a:ext cx="12138560" cy="246052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200" b="1" i="1" dirty="0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2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 dirty="0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sz="12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200" b="1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sz="1200" b="1" i="1" dirty="0">
                          <a:latin typeface="Cambria Math" panose="02040503050406030204" pitchFamily="18" charset="0"/>
                        </a:rPr>
                        <m:t>    +</m:t>
                      </m:r>
                      <m:nary>
                        <m:naryPr>
                          <m:supHide m:val="on"/>
                          <m:ctrlPr>
                            <a:rPr lang="en-US" altLang="zh-CN" sz="1200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2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2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200" b="1" i="1" dirty="0">
                          <a:latin typeface="Cambria Math" panose="02040503050406030204" pitchFamily="18" charset="0"/>
                        </a:rPr>
                        <m:t>    +</m:t>
                      </m:r>
                      <m:nary>
                        <m:naryPr>
                          <m:supHide m:val="on"/>
                          <m:ctrlPr>
                            <a:rPr lang="en-US" altLang="zh-CN" sz="1200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2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2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r>
                                <a:rPr lang="en-US" altLang="zh-CN" sz="12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2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b="0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12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2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200" b="1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2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 dirty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zh-CN" sz="12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    +</m:t>
                      </m:r>
                      <m:nary>
                        <m:naryPr>
                          <m:supHide m:val="on"/>
                          <m:ctrlPr>
                            <a:rPr lang="en-US" altLang="zh-CN" sz="1200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2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2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nary>
                                <m:naryPr>
                                  <m:supHide m:val="on"/>
                                  <m:ctrlPr>
                                    <a:rPr lang="en-US" altLang="zh-CN" sz="1200" b="1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12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/>
                                <m:e>
                                  <m:r>
                                    <a:rPr lang="en-US" altLang="zh-CN" sz="1200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b="0" i="1" dirty="0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zh-CN" sz="1200" b="0" i="1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200" b="1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b="1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b="0" i="1" dirty="0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 dirty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 dirty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𝑑𝐴</m:t>
                                  </m:r>
                                  <m:d>
                                    <m:dPr>
                                      <m:ctrlPr>
                                        <a:rPr lang="en-US" altLang="zh-CN" sz="1200" i="1" dirty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 dirty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  <m:r>
                                <a:rPr lang="en-US" altLang="zh-CN" sz="12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zh-CN" sz="1200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dirty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altLang="zh-CN" sz="1200" i="1" dirty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   +…</m:t>
                      </m:r>
                    </m:oMath>
                  </m:oMathPara>
                </a14:m>
                <a:endParaRPr lang="en-US" altLang="zh-CN" sz="12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内容占位符 1">
                <a:extLst>
                  <a:ext uri="{FF2B5EF4-FFF2-40B4-BE49-F238E27FC236}">
                    <a16:creationId xmlns:a16="http://schemas.microsoft.com/office/drawing/2014/main" id="{E7823950-3E73-BB7B-3824-5475A55E19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3"/>
              </p:nvPr>
            </p:nvSpPr>
            <p:spPr>
              <a:xfrm>
                <a:off x="405246" y="1287102"/>
                <a:ext cx="12138560" cy="246052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内容占位符 1">
                <a:extLst>
                  <a:ext uri="{FF2B5EF4-FFF2-40B4-BE49-F238E27FC236}">
                    <a16:creationId xmlns:a16="http://schemas.microsoft.com/office/drawing/2014/main" id="{8CB75BEC-5B6F-B7E1-93C3-95999864FB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5246" y="4140592"/>
                <a:ext cx="12138560" cy="2460523"/>
              </a:xfrm>
              <a:prstGeom prst="rect">
                <a:avLst/>
              </a:prstGeom>
              <a:ln>
                <a:noFill/>
                <a:prstDash val="sysDash"/>
              </a:ln>
            </p:spPr>
            <p:txBody>
              <a:bodyPr vert="horz" lIns="90000" tIns="46800" rIns="90000" bIns="46800" rtlCol="0">
                <a:normAutofit/>
              </a:bodyPr>
              <a:lstStyle>
                <a:defPPr>
                  <a:defRPr lang="zh-CN"/>
                </a:defPPr>
                <a:lvl1pPr marL="228600" marR="0" lvl="0" indent="-228600" algn="l" defTabSz="914400" rtl="0" eaLnBrk="1" fontAlgn="auto" latinLnBrk="0" hangingPunct="1">
                  <a:lnSpc>
                    <a:spcPct val="13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●"/>
                  <a:defRPr kumimoji="0" lang="zh-CN" altLang="en-US" sz="1800" b="0" i="0" u="none" strike="noStrike" kern="1200" cap="none" spc="150" normalizeH="0" baseline="0" noProof="1" dirty="0">
                    <a:ln>
                      <a:noFill/>
                      <a:prstDash val="sysDot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  <a:sym typeface="+mn-ea"/>
                  </a:defRPr>
                </a:lvl1pPr>
                <a:lvl2pPr marL="449580" marR="0" lvl="1" indent="-231775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tabLst>
                    <a:tab pos="1609725" algn="l"/>
                  </a:tabLst>
                  <a:defRPr kumimoji="0" sz="1600" b="0" i="0" u="none" strike="noStrike" kern="1200" cap="none" spc="150" normalizeH="0" baseline="0">
                    <a:ln>
                      <a:noFill/>
                      <a:prstDash val="sysDot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</a:defRPr>
                </a:lvl2pPr>
                <a:lvl3pPr marL="719455" marR="0" lvl="2" indent="-276225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defRPr kumimoji="0" sz="1600" b="0" i="0" u="none" strike="noStrike" kern="1200" cap="none" spc="150" normalizeH="0" baseline="0">
                    <a:ln>
                      <a:noFill/>
                      <a:prstDash val="sysDot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</a:defRPr>
                </a:lvl3pPr>
                <a:lvl4pPr marL="987425" marR="0" lvl="3" indent="-262255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300"/>
                  </a:spcAft>
                  <a:buFont typeface="Wingdings" panose="05000000000000000000" charset="0"/>
                  <a:buChar char=""/>
                  <a:tabLst>
                    <a:tab pos="899795" algn="l"/>
                  </a:tabLst>
                  <a:defRPr kumimoji="0" sz="1400" b="0" i="0" u="none" strike="noStrike" kern="1200" cap="none" spc="150" normalizeH="0" baseline="0">
                    <a:ln>
                      <a:noFill/>
                      <a:prstDash val="sysDot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</a:defRPr>
                </a:lvl4pPr>
                <a:lvl5pPr marL="1256030" marR="0" lvl="4" indent="-262255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  <a:defRPr kumimoji="0" sz="1400" b="0" i="0" u="none" strike="noStrike" kern="1200" cap="none" spc="150" normalizeH="0" baseline="0">
                    <a:ln>
                      <a:noFill/>
                      <a:prstDash val="sysDot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</a:defRPr>
                </a:lvl5pPr>
                <a:lvl6pPr marL="2514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1200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    +</m:t>
                      </m:r>
                      <m:nary>
                        <m:naryPr>
                          <m:supHide m:val="on"/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    +</m:t>
                      </m:r>
                      <m:nary>
                        <m:naryPr>
                          <m:supHide m:val="on"/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2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CN" sz="12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2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2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2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2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2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2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    +</m:t>
                      </m:r>
                      <m:nary>
                        <m:naryPr>
                          <m:supHide m:val="on"/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2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nary>
                                <m:naryPr>
                                  <m:supHide m:val="on"/>
                                  <m:ctrlPr>
                                    <a:rPr lang="en-US" altLang="zh-CN" sz="12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altLang="zh-CN" sz="1200" b="0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zh-CN" sz="12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2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2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altLang="zh-CN" sz="12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2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    +…</m:t>
                      </m:r>
                    </m:oMath>
                  </m:oMathPara>
                </a14:m>
                <a:endParaRPr lang="en-US" altLang="zh-CN" sz="12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内容占位符 1">
                <a:extLst>
                  <a:ext uri="{FF2B5EF4-FFF2-40B4-BE49-F238E27FC236}">
                    <a16:creationId xmlns:a16="http://schemas.microsoft.com/office/drawing/2014/main" id="{8CB75BEC-5B6F-B7E1-93C3-95999864F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246" y="4140592"/>
                <a:ext cx="12138560" cy="24605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CA9FDC6-35EF-D40C-63DA-2AC2164FCE57}"/>
                  </a:ext>
                </a:extLst>
              </p:cNvPr>
              <p:cNvSpPr txBox="1"/>
              <p:nvPr/>
            </p:nvSpPr>
            <p:spPr>
              <a:xfrm>
                <a:off x="1481602" y="3684733"/>
                <a:ext cx="8511484" cy="3709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场景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所有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物体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包括光源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表面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面积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；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        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场景所有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光源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表面面积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CA9FDC6-35EF-D40C-63DA-2AC2164FC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1602" y="3684733"/>
                <a:ext cx="8511484" cy="370935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6016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54BA0-01A0-A8E5-E05B-A197155F7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53482A7-28BB-DA11-0601-BE5EB0E1C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609" y="71406"/>
            <a:ext cx="3213095" cy="2157364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0D46A2D1-CC86-C149-53E7-D8A1EE00FFD9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三大问题？ （如何增量构建路径）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内容占位符 1">
                <a:extLst>
                  <a:ext uri="{FF2B5EF4-FFF2-40B4-BE49-F238E27FC236}">
                    <a16:creationId xmlns:a16="http://schemas.microsoft.com/office/drawing/2014/main" id="{04449EA0-1887-2A2A-300A-ABCCCC0080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7984" y="1368594"/>
                <a:ext cx="12138560" cy="2460523"/>
              </a:xfrm>
              <a:prstGeom prst="rect">
                <a:avLst/>
              </a:prstGeom>
              <a:ln>
                <a:noFill/>
                <a:prstDash val="sysDash"/>
              </a:ln>
            </p:spPr>
            <p:txBody>
              <a:bodyPr vert="horz" lIns="90000" tIns="46800" rIns="90000" bIns="46800" rtlCol="0">
                <a:normAutofit/>
              </a:bodyPr>
              <a:lstStyle>
                <a:defPPr>
                  <a:defRPr lang="zh-CN"/>
                </a:defPPr>
                <a:lvl1pPr marL="228600" marR="0" lvl="0" indent="-228600" algn="l" defTabSz="914400" rtl="0" eaLnBrk="1" fontAlgn="auto" latinLnBrk="0" hangingPunct="1">
                  <a:lnSpc>
                    <a:spcPct val="13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●"/>
                  <a:defRPr kumimoji="0" lang="zh-CN" altLang="en-US" sz="1800" b="0" i="0" u="none" strike="noStrike" kern="1200" cap="none" spc="150" normalizeH="0" baseline="0" noProof="1" dirty="0">
                    <a:ln>
                      <a:noFill/>
                      <a:prstDash val="sysDot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  <a:sym typeface="+mn-ea"/>
                  </a:defRPr>
                </a:lvl1pPr>
                <a:lvl2pPr marL="449580" marR="0" lvl="1" indent="-231775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tabLst>
                    <a:tab pos="1609725" algn="l"/>
                  </a:tabLst>
                  <a:defRPr kumimoji="0" sz="1600" b="0" i="0" u="none" strike="noStrike" kern="1200" cap="none" spc="150" normalizeH="0" baseline="0">
                    <a:ln>
                      <a:noFill/>
                      <a:prstDash val="sysDot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</a:defRPr>
                </a:lvl2pPr>
                <a:lvl3pPr marL="719455" marR="0" lvl="2" indent="-276225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defRPr kumimoji="0" sz="1600" b="0" i="0" u="none" strike="noStrike" kern="1200" cap="none" spc="150" normalizeH="0" baseline="0">
                    <a:ln>
                      <a:noFill/>
                      <a:prstDash val="sysDot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</a:defRPr>
                </a:lvl3pPr>
                <a:lvl4pPr marL="987425" marR="0" lvl="3" indent="-262255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300"/>
                  </a:spcAft>
                  <a:buFont typeface="Wingdings" panose="05000000000000000000" charset="0"/>
                  <a:buChar char=""/>
                  <a:tabLst>
                    <a:tab pos="899795" algn="l"/>
                  </a:tabLst>
                  <a:defRPr kumimoji="0" sz="1400" b="0" i="0" u="none" strike="noStrike" kern="1200" cap="none" spc="150" normalizeH="0" baseline="0">
                    <a:ln>
                      <a:noFill/>
                      <a:prstDash val="sysDot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</a:defRPr>
                </a:lvl4pPr>
                <a:lvl5pPr marL="1256030" marR="0" lvl="4" indent="-262255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  <a:defRPr kumimoji="0" sz="1400" b="0" i="0" u="none" strike="noStrike" kern="1200" cap="none" spc="150" normalizeH="0" baseline="0">
                    <a:ln>
                      <a:noFill/>
                      <a:prstDash val="sysDot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</a:defRPr>
                </a:lvl5pPr>
                <a:lvl6pPr marL="2514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1200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    +</m:t>
                      </m:r>
                      <m:nary>
                        <m:naryPr>
                          <m:supHide m:val="on"/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1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1200" b="1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1200" b="1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1200" b="1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    +</m:t>
                      </m:r>
                      <m:nary>
                        <m:naryPr>
                          <m:supHide m:val="on"/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2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CN" sz="12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2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2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2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2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2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200" b="1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200" b="1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2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2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2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2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2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12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2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2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   +</m:t>
                      </m:r>
                      <m:nary>
                        <m:naryPr>
                          <m:supHide m:val="on"/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2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nary>
                                <m:naryPr>
                                  <m:supHide m:val="on"/>
                                  <m:ctrlPr>
                                    <a:rPr lang="en-US" altLang="zh-CN" sz="12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altLang="zh-CN" sz="1200" b="0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200" b="1" i="1" smtClean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200" b="1" i="1" smtClean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zh-CN" sz="12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2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200" b="1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200" b="1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2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200" b="1" i="1" smtClean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200" b="1" i="1" smtClean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altLang="zh-CN" sz="1200" b="0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2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200" b="1" i="1" smtClean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200" b="1" i="1" smtClean="0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   +…</m:t>
                      </m:r>
                    </m:oMath>
                  </m:oMathPara>
                </a14:m>
                <a:endParaRPr lang="en-US" altLang="zh-CN" sz="12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内容占位符 1">
                <a:extLst>
                  <a:ext uri="{FF2B5EF4-FFF2-40B4-BE49-F238E27FC236}">
                    <a16:creationId xmlns:a16="http://schemas.microsoft.com/office/drawing/2014/main" id="{04449EA0-1887-2A2A-300A-ABCCCC008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84" y="1368594"/>
                <a:ext cx="12138560" cy="24605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2C5429A-E3A1-257C-3C53-9548CDCFDC45}"/>
                  </a:ext>
                </a:extLst>
              </p:cNvPr>
              <p:cNvSpPr txBox="1"/>
              <p:nvPr/>
            </p:nvSpPr>
            <p:spPr>
              <a:xfrm>
                <a:off x="-422215" y="4091165"/>
                <a:ext cx="6258296" cy="2176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（复用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）</m:t>
                      </m:r>
                    </m:oMath>
                  </m:oMathPara>
                </a14:m>
                <a:endParaRPr lang="en-US" altLang="zh-CN" sz="18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（复用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）</m:t>
                      </m:r>
                    </m:oMath>
                  </m:oMathPara>
                </a14:m>
                <a:endParaRPr lang="en-US" altLang="zh-CN" b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begChr m:val="（"/>
                          <m:endChr m:val="）"/>
                          <m:ctrlP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复用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……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2C5429A-E3A1-257C-3C53-9548CDCFD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2215" y="4091165"/>
                <a:ext cx="6258296" cy="21766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7946F6B-C399-CF0A-D0E8-299BCAF49503}"/>
                  </a:ext>
                </a:extLst>
              </p:cNvPr>
              <p:cNvSpPr txBox="1"/>
              <p:nvPr/>
            </p:nvSpPr>
            <p:spPr>
              <a:xfrm>
                <a:off x="3433610" y="1389651"/>
                <a:ext cx="1396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800" dirty="0"/>
                  <a:t>=&gt;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18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800" b="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8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7946F6B-C399-CF0A-D0E8-299BCAF49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610" y="1389651"/>
                <a:ext cx="1396288" cy="369332"/>
              </a:xfrm>
              <a:prstGeom prst="rect">
                <a:avLst/>
              </a:prstGeom>
              <a:blipFill>
                <a:blip r:embed="rId5"/>
                <a:stretch>
                  <a:fillRect l="-3493" t="-9836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B81E053-82FF-668C-DCC6-1CFFE444703E}"/>
                  </a:ext>
                </a:extLst>
              </p:cNvPr>
              <p:cNvSpPr txBox="1"/>
              <p:nvPr/>
            </p:nvSpPr>
            <p:spPr>
              <a:xfrm>
                <a:off x="339701" y="3061930"/>
                <a:ext cx="11919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&lt;=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B81E053-82FF-668C-DCC6-1CFFE4447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01" y="3061930"/>
                <a:ext cx="1191986" cy="369332"/>
              </a:xfrm>
              <a:prstGeom prst="rect">
                <a:avLst/>
              </a:prstGeom>
              <a:blipFill>
                <a:blip r:embed="rId6"/>
                <a:stretch>
                  <a:fillRect t="-8197" r="-1026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B8E2AAA-E549-30A4-0BC1-91F22840D1AC}"/>
                  </a:ext>
                </a:extLst>
              </p:cNvPr>
              <p:cNvSpPr txBox="1"/>
              <p:nvPr/>
            </p:nvSpPr>
            <p:spPr>
              <a:xfrm>
                <a:off x="339701" y="2407331"/>
                <a:ext cx="11919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&lt;=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B8E2AAA-E549-30A4-0BC1-91F22840D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01" y="2407331"/>
                <a:ext cx="1191986" cy="369332"/>
              </a:xfrm>
              <a:prstGeom prst="rect">
                <a:avLst/>
              </a:prstGeom>
              <a:blipFill>
                <a:blip r:embed="rId7"/>
                <a:stretch>
                  <a:fillRect t="-10000" r="-1026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68843CB-67CD-449E-3B76-96B2F3BA2500}"/>
                  </a:ext>
                </a:extLst>
              </p:cNvPr>
              <p:cNvSpPr txBox="1"/>
              <p:nvPr/>
            </p:nvSpPr>
            <p:spPr>
              <a:xfrm>
                <a:off x="339701" y="1863802"/>
                <a:ext cx="11919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&lt;=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68843CB-67CD-449E-3B76-96B2F3BA2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01" y="1863802"/>
                <a:ext cx="1191986" cy="369332"/>
              </a:xfrm>
              <a:prstGeom prst="rect">
                <a:avLst/>
              </a:prstGeom>
              <a:blipFill>
                <a:blip r:embed="rId8"/>
                <a:stretch>
                  <a:fillRect t="-10000" r="-1026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F3579BF-1418-3E63-DC1A-26C48E4D3C21}"/>
                  </a:ext>
                </a:extLst>
              </p:cNvPr>
              <p:cNvSpPr txBox="1"/>
              <p:nvPr/>
            </p:nvSpPr>
            <p:spPr>
              <a:xfrm>
                <a:off x="-55470" y="3429000"/>
                <a:ext cx="1587157" cy="3768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=5</m:t>
                        </m:r>
                      </m:sub>
                      <m:sup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 dirty="0"/>
                  <a:t>&lt;=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F3579BF-1418-3E63-DC1A-26C48E4D3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5470" y="3429000"/>
                <a:ext cx="1587157" cy="376898"/>
              </a:xfrm>
              <a:prstGeom prst="rect">
                <a:avLst/>
              </a:prstGeom>
              <a:blipFill>
                <a:blip r:embed="rId9"/>
                <a:stretch>
                  <a:fillRect l="-21538" t="-116393" b="-1852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组合 43">
            <a:extLst>
              <a:ext uri="{FF2B5EF4-FFF2-40B4-BE49-F238E27FC236}">
                <a16:creationId xmlns:a16="http://schemas.microsoft.com/office/drawing/2014/main" id="{BBDA2E25-BB2D-9EE1-AAB6-8224128AF479}"/>
              </a:ext>
            </a:extLst>
          </p:cNvPr>
          <p:cNvGrpSpPr/>
          <p:nvPr/>
        </p:nvGrpSpPr>
        <p:grpSpPr>
          <a:xfrm>
            <a:off x="5222744" y="3751106"/>
            <a:ext cx="5902730" cy="2577262"/>
            <a:chOff x="5096413" y="3613188"/>
            <a:chExt cx="5902730" cy="2577262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EFCF03B8-133C-9BEC-CC1D-3C66C09309FA}"/>
                </a:ext>
              </a:extLst>
            </p:cNvPr>
            <p:cNvCxnSpPr/>
            <p:nvPr/>
          </p:nvCxnSpPr>
          <p:spPr>
            <a:xfrm>
              <a:off x="6266043" y="4351335"/>
              <a:ext cx="776037" cy="30680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7102B62F-02E0-91DF-37D6-A5E753B42FC3}"/>
                </a:ext>
              </a:extLst>
            </p:cNvPr>
            <p:cNvCxnSpPr/>
            <p:nvPr/>
          </p:nvCxnSpPr>
          <p:spPr>
            <a:xfrm>
              <a:off x="7042080" y="4658140"/>
              <a:ext cx="776037" cy="306805"/>
            </a:xfrm>
            <a:prstGeom prst="line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3FB745C1-DD47-2CC8-31E9-FEEB1F8301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42080" y="4404545"/>
              <a:ext cx="774162" cy="253594"/>
            </a:xfrm>
            <a:prstGeom prst="line">
              <a:avLst/>
            </a:prstGeom>
            <a:ln w="38100"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3AA30755-CD0D-2C33-E43F-9D72EF097109}"/>
                </a:ext>
              </a:extLst>
            </p:cNvPr>
            <p:cNvCxnSpPr/>
            <p:nvPr/>
          </p:nvCxnSpPr>
          <p:spPr>
            <a:xfrm>
              <a:off x="7818117" y="4964945"/>
              <a:ext cx="776037" cy="306805"/>
            </a:xfrm>
            <a:prstGeom prst="line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FDBCE08E-4AAF-992B-0C00-FD2A0E3888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18117" y="4711349"/>
              <a:ext cx="776037" cy="253596"/>
            </a:xfrm>
            <a:prstGeom prst="line">
              <a:avLst/>
            </a:prstGeom>
            <a:ln w="38100"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1E455372-1418-97EC-FEE3-6C6C298B01E1}"/>
                </a:ext>
              </a:extLst>
            </p:cNvPr>
            <p:cNvCxnSpPr/>
            <p:nvPr/>
          </p:nvCxnSpPr>
          <p:spPr>
            <a:xfrm>
              <a:off x="8594154" y="5271750"/>
              <a:ext cx="776037" cy="306805"/>
            </a:xfrm>
            <a:prstGeom prst="line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EE77BE42-E5E9-DE9E-A2F9-B1C6D999C5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4154" y="5018154"/>
              <a:ext cx="776037" cy="253596"/>
            </a:xfrm>
            <a:prstGeom prst="line">
              <a:avLst/>
            </a:prstGeom>
            <a:ln w="38100"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C9AA617E-88D2-E746-4302-15A42D7A42B7}"/>
                </a:ext>
              </a:extLst>
            </p:cNvPr>
            <p:cNvCxnSpPr/>
            <p:nvPr/>
          </p:nvCxnSpPr>
          <p:spPr>
            <a:xfrm>
              <a:off x="9370191" y="5573539"/>
              <a:ext cx="776037" cy="306805"/>
            </a:xfrm>
            <a:prstGeom prst="line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68AE78E6-528A-592D-5070-E5A2AF0B06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70191" y="5319943"/>
              <a:ext cx="776037" cy="253596"/>
            </a:xfrm>
            <a:prstGeom prst="line">
              <a:avLst/>
            </a:prstGeom>
            <a:ln w="38100"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2F3991F8-E77A-86E8-40B6-57DD911DFF8A}"/>
                    </a:ext>
                  </a:extLst>
                </p:cNvPr>
                <p:cNvSpPr txBox="1"/>
                <p:nvPr/>
              </p:nvSpPr>
              <p:spPr>
                <a:xfrm>
                  <a:off x="5816969" y="4117711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2F3991F8-E77A-86E8-40B6-57DD911DFF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6969" y="4117711"/>
                  <a:ext cx="558062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001015E6-869C-39F4-30D8-6AD9B1FCEC3A}"/>
                    </a:ext>
                  </a:extLst>
                </p:cNvPr>
                <p:cNvSpPr txBox="1"/>
                <p:nvPr/>
              </p:nvSpPr>
              <p:spPr>
                <a:xfrm>
                  <a:off x="6669141" y="4595613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001015E6-869C-39F4-30D8-6AD9B1FCEC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9141" y="4595613"/>
                  <a:ext cx="558062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0785B1FE-7792-D9B0-BCD0-3D9C131755A1}"/>
                    </a:ext>
                  </a:extLst>
                </p:cNvPr>
                <p:cNvSpPr txBox="1"/>
                <p:nvPr/>
              </p:nvSpPr>
              <p:spPr>
                <a:xfrm>
                  <a:off x="7492132" y="3958463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0785B1FE-7792-D9B0-BCD0-3D9C13175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2132" y="3958463"/>
                  <a:ext cx="558062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FEEA0F77-C017-E239-3DC8-7219D667B0DB}"/>
                    </a:ext>
                  </a:extLst>
                </p:cNvPr>
                <p:cNvSpPr txBox="1"/>
                <p:nvPr/>
              </p:nvSpPr>
              <p:spPr>
                <a:xfrm>
                  <a:off x="7492132" y="4902418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FEEA0F77-C017-E239-3DC8-7219D667B0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2132" y="4902418"/>
                  <a:ext cx="558062" cy="369332"/>
                </a:xfrm>
                <a:prstGeom prst="rect">
                  <a:avLst/>
                </a:prstGeom>
                <a:blipFill>
                  <a:blip r:embed="rId13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1C40530-47B7-8215-45D4-769D2D3EE67A}"/>
                    </a:ext>
                  </a:extLst>
                </p:cNvPr>
                <p:cNvSpPr txBox="1"/>
                <p:nvPr/>
              </p:nvSpPr>
              <p:spPr>
                <a:xfrm>
                  <a:off x="8459932" y="4318885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1C40530-47B7-8215-45D4-769D2D3EE6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9932" y="4318885"/>
                  <a:ext cx="558062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239C315D-5949-B75B-8FAC-457781F1FE7A}"/>
                    </a:ext>
                  </a:extLst>
                </p:cNvPr>
                <p:cNvSpPr txBox="1"/>
                <p:nvPr/>
              </p:nvSpPr>
              <p:spPr>
                <a:xfrm>
                  <a:off x="8356765" y="5193498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239C315D-5949-B75B-8FAC-457781F1FE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6765" y="5193498"/>
                  <a:ext cx="558062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51AA9C82-3E1C-C91F-89C0-9A63EA92528C}"/>
                    </a:ext>
                  </a:extLst>
                </p:cNvPr>
                <p:cNvSpPr txBox="1"/>
                <p:nvPr/>
              </p:nvSpPr>
              <p:spPr>
                <a:xfrm>
                  <a:off x="9260306" y="4658139"/>
                  <a:ext cx="558062" cy="3781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51AA9C82-3E1C-C91F-89C0-9A63EA9252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0306" y="4658139"/>
                  <a:ext cx="558062" cy="378180"/>
                </a:xfrm>
                <a:prstGeom prst="rect">
                  <a:avLst/>
                </a:prstGeom>
                <a:blipFill>
                  <a:blip r:embed="rId16"/>
                  <a:stretch>
                    <a:fillRect b="-48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ECDFB166-E8F6-7C7A-CE53-731EF49B5825}"/>
                    </a:ext>
                  </a:extLst>
                </p:cNvPr>
                <p:cNvSpPr txBox="1"/>
                <p:nvPr/>
              </p:nvSpPr>
              <p:spPr>
                <a:xfrm>
                  <a:off x="9098679" y="5573538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ECDFB166-E8F6-7C7A-CE53-731EF49B58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8679" y="5573538"/>
                  <a:ext cx="558062" cy="369332"/>
                </a:xfrm>
                <a:prstGeom prst="rect">
                  <a:avLst/>
                </a:prstGeom>
                <a:blipFill>
                  <a:blip r:embed="rId17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B7789CF8-2D76-D33E-43E1-76D54FD40F12}"/>
                    </a:ext>
                  </a:extLst>
                </p:cNvPr>
                <p:cNvSpPr txBox="1"/>
                <p:nvPr/>
              </p:nvSpPr>
              <p:spPr>
                <a:xfrm>
                  <a:off x="10089880" y="4970958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B7789CF8-2D76-D33E-43E1-76D54FD40F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89880" y="4970958"/>
                  <a:ext cx="558062" cy="369332"/>
                </a:xfrm>
                <a:prstGeom prst="rect">
                  <a:avLst/>
                </a:prstGeom>
                <a:blipFill>
                  <a:blip r:embed="rId18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249EB695-B5EB-2000-D31C-C6D7B6CAAF2C}"/>
                    </a:ext>
                  </a:extLst>
                </p:cNvPr>
                <p:cNvSpPr txBox="1"/>
                <p:nvPr/>
              </p:nvSpPr>
              <p:spPr>
                <a:xfrm>
                  <a:off x="9999948" y="5821118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249EB695-B5EB-2000-D31C-C6D7B6CAA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99948" y="5821118"/>
                  <a:ext cx="558062" cy="369332"/>
                </a:xfrm>
                <a:prstGeom prst="rect">
                  <a:avLst/>
                </a:prstGeom>
                <a:blipFill>
                  <a:blip r:embed="rId19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33535793-B289-D3B2-8B05-5A95DB6CC319}"/>
                    </a:ext>
                  </a:extLst>
                </p:cNvPr>
                <p:cNvSpPr txBox="1"/>
                <p:nvPr/>
              </p:nvSpPr>
              <p:spPr>
                <a:xfrm>
                  <a:off x="10417740" y="5600007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……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33535793-B289-D3B2-8B05-5A95DB6CC3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7740" y="5600007"/>
                  <a:ext cx="558062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3C79ACDB-3C59-5790-9736-B1FC65CFC8FB}"/>
                    </a:ext>
                  </a:extLst>
                </p:cNvPr>
                <p:cNvSpPr txBox="1"/>
                <p:nvPr/>
              </p:nvSpPr>
              <p:spPr>
                <a:xfrm>
                  <a:off x="5096413" y="3626224"/>
                  <a:ext cx="204452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3C79ACDB-3C59-5790-9736-B1FC65CFC8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6413" y="3626224"/>
                  <a:ext cx="2044528" cy="369332"/>
                </a:xfrm>
                <a:prstGeom prst="rect">
                  <a:avLst/>
                </a:prstGeom>
                <a:blipFill>
                  <a:blip r:embed="rId21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BB04CD64-080E-2FAC-59E9-774ECC7FAC4E}"/>
                    </a:ext>
                  </a:extLst>
                </p:cNvPr>
                <p:cNvSpPr txBox="1"/>
                <p:nvPr/>
              </p:nvSpPr>
              <p:spPr>
                <a:xfrm>
                  <a:off x="7521469" y="3613188"/>
                  <a:ext cx="93846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BB04CD64-080E-2FAC-59E9-774ECC7FAC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1469" y="3613188"/>
                  <a:ext cx="938463" cy="369332"/>
                </a:xfrm>
                <a:prstGeom prst="rect">
                  <a:avLst/>
                </a:prstGeom>
                <a:blipFill>
                  <a:blip r:embed="rId22"/>
                  <a:stretch>
                    <a:fillRect r="-7143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89330DBB-3AE0-6363-9E31-B6FF8C6D96E1}"/>
                    </a:ext>
                  </a:extLst>
                </p:cNvPr>
                <p:cNvSpPr txBox="1"/>
                <p:nvPr/>
              </p:nvSpPr>
              <p:spPr>
                <a:xfrm>
                  <a:off x="8459932" y="3953247"/>
                  <a:ext cx="93846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89330DBB-3AE0-6363-9E31-B6FF8C6D96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9932" y="3953247"/>
                  <a:ext cx="938463" cy="369332"/>
                </a:xfrm>
                <a:prstGeom prst="rect">
                  <a:avLst/>
                </a:prstGeom>
                <a:blipFill>
                  <a:blip r:embed="rId23"/>
                  <a:stretch>
                    <a:fillRect r="-7843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40B16FCB-F468-2ECF-364D-D4CE2EAA735B}"/>
                    </a:ext>
                  </a:extLst>
                </p:cNvPr>
                <p:cNvSpPr txBox="1"/>
                <p:nvPr/>
              </p:nvSpPr>
              <p:spPr>
                <a:xfrm>
                  <a:off x="9260306" y="4289664"/>
                  <a:ext cx="93846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40B16FCB-F468-2ECF-364D-D4CE2EAA73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0306" y="4289664"/>
                  <a:ext cx="938463" cy="369332"/>
                </a:xfrm>
                <a:prstGeom prst="rect">
                  <a:avLst/>
                </a:prstGeom>
                <a:blipFill>
                  <a:blip r:embed="rId24"/>
                  <a:stretch>
                    <a:fillRect r="-7143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AF80F213-E497-9975-9573-ED3BCBB3A74B}"/>
                    </a:ext>
                  </a:extLst>
                </p:cNvPr>
                <p:cNvSpPr txBox="1"/>
                <p:nvPr/>
              </p:nvSpPr>
              <p:spPr>
                <a:xfrm>
                  <a:off x="10060680" y="4660436"/>
                  <a:ext cx="93846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AF80F213-E497-9975-9573-ED3BCBB3A7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60680" y="4660436"/>
                  <a:ext cx="938463" cy="369332"/>
                </a:xfrm>
                <a:prstGeom prst="rect">
                  <a:avLst/>
                </a:prstGeom>
                <a:blipFill>
                  <a:blip r:embed="rId25"/>
                  <a:stretch>
                    <a:fillRect r="-7792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52149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CC57A-ECDF-EAA2-ECF9-4D8BDDE28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DA3B05E-832F-6547-3484-08797B935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609" y="71406"/>
            <a:ext cx="3213095" cy="2157364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0A8E5E08-8922-7DD8-31FD-DBD0D4B96D7A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三大问题？ （应对镜面反射</a:t>
            </a:r>
            <a:r>
              <a:rPr lang="en-US" altLang="zh-CN" dirty="0"/>
              <a:t>/</a:t>
            </a:r>
            <a:r>
              <a:rPr lang="zh-CN" altLang="en-US" dirty="0"/>
              <a:t>折射）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内容占位符 1">
                <a:extLst>
                  <a:ext uri="{FF2B5EF4-FFF2-40B4-BE49-F238E27FC236}">
                    <a16:creationId xmlns:a16="http://schemas.microsoft.com/office/drawing/2014/main" id="{E0F54E2C-0B43-2F16-A87E-8D8E90F6BF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7984" y="1368594"/>
                <a:ext cx="12138560" cy="2460523"/>
              </a:xfrm>
              <a:prstGeom prst="rect">
                <a:avLst/>
              </a:prstGeom>
              <a:ln>
                <a:noFill/>
                <a:prstDash val="sysDash"/>
              </a:ln>
            </p:spPr>
            <p:txBody>
              <a:bodyPr vert="horz" lIns="90000" tIns="46800" rIns="90000" bIns="46800" rtlCol="0">
                <a:normAutofit/>
              </a:bodyPr>
              <a:lstStyle>
                <a:defPPr>
                  <a:defRPr lang="zh-CN"/>
                </a:defPPr>
                <a:lvl1pPr marL="228600" marR="0" lvl="0" indent="-228600" algn="l" defTabSz="914400" rtl="0" eaLnBrk="1" fontAlgn="auto" latinLnBrk="0" hangingPunct="1">
                  <a:lnSpc>
                    <a:spcPct val="13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●"/>
                  <a:defRPr kumimoji="0" lang="zh-CN" altLang="en-US" sz="1800" b="0" i="0" u="none" strike="noStrike" kern="1200" cap="none" spc="150" normalizeH="0" baseline="0" noProof="1" dirty="0">
                    <a:ln>
                      <a:noFill/>
                      <a:prstDash val="sysDot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  <a:sym typeface="+mn-ea"/>
                  </a:defRPr>
                </a:lvl1pPr>
                <a:lvl2pPr marL="449580" marR="0" lvl="1" indent="-231775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tabLst>
                    <a:tab pos="1609725" algn="l"/>
                  </a:tabLst>
                  <a:defRPr kumimoji="0" sz="1600" b="0" i="0" u="none" strike="noStrike" kern="1200" cap="none" spc="150" normalizeH="0" baseline="0">
                    <a:ln>
                      <a:noFill/>
                      <a:prstDash val="sysDot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</a:defRPr>
                </a:lvl2pPr>
                <a:lvl3pPr marL="719455" marR="0" lvl="2" indent="-276225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defRPr kumimoji="0" sz="1600" b="0" i="0" u="none" strike="noStrike" kern="1200" cap="none" spc="150" normalizeH="0" baseline="0">
                    <a:ln>
                      <a:noFill/>
                      <a:prstDash val="sysDot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</a:defRPr>
                </a:lvl3pPr>
                <a:lvl4pPr marL="987425" marR="0" lvl="3" indent="-262255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300"/>
                  </a:spcAft>
                  <a:buFont typeface="Wingdings" panose="05000000000000000000" charset="0"/>
                  <a:buChar char=""/>
                  <a:tabLst>
                    <a:tab pos="899795" algn="l"/>
                  </a:tabLst>
                  <a:defRPr kumimoji="0" sz="1400" b="0" i="0" u="none" strike="noStrike" kern="1200" cap="none" spc="150" normalizeH="0" baseline="0">
                    <a:ln>
                      <a:noFill/>
                      <a:prstDash val="sysDot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</a:defRPr>
                </a:lvl4pPr>
                <a:lvl5pPr marL="1256030" marR="0" lvl="4" indent="-262255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  <a:defRPr kumimoji="0" sz="1400" b="0" i="0" u="none" strike="noStrike" kern="1200" cap="none" spc="150" normalizeH="0" baseline="0">
                    <a:ln>
                      <a:noFill/>
                      <a:prstDash val="sysDot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</a:defRPr>
                </a:lvl5pPr>
                <a:lvl6pPr marL="2514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    +</m:t>
                      </m:r>
                      <m:nary>
                        <m:naryPr>
                          <m:supHide m:val="on"/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    +</m:t>
                      </m:r>
                      <m:nary>
                        <m:naryPr>
                          <m:supHide m:val="on"/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2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CN" sz="12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2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2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2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2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2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2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    +</m:t>
                      </m:r>
                      <m:nary>
                        <m:naryPr>
                          <m:supHide m:val="on"/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2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nary>
                                <m:naryPr>
                                  <m:supHide m:val="on"/>
                                  <m:ctrlPr>
                                    <a:rPr lang="en-US" altLang="zh-CN" sz="12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altLang="zh-CN" sz="1200" b="0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𝒆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2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2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altLang="zh-CN" sz="12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2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    +…</m:t>
                      </m:r>
                    </m:oMath>
                  </m:oMathPara>
                </a14:m>
                <a:endParaRPr lang="en-US" altLang="zh-CN" sz="12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内容占位符 1">
                <a:extLst>
                  <a:ext uri="{FF2B5EF4-FFF2-40B4-BE49-F238E27FC236}">
                    <a16:creationId xmlns:a16="http://schemas.microsoft.com/office/drawing/2014/main" id="{E0F54E2C-0B43-2F16-A87E-8D8E90F6B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84" y="1368594"/>
                <a:ext cx="12138560" cy="24605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3BE6C5B-0B66-8E50-C2FF-E30B66A706B0}"/>
                  </a:ext>
                </a:extLst>
              </p:cNvPr>
              <p:cNvSpPr txBox="1"/>
              <p:nvPr/>
            </p:nvSpPr>
            <p:spPr>
              <a:xfrm>
                <a:off x="3433610" y="1389651"/>
                <a:ext cx="1396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800" dirty="0"/>
                  <a:t>=&gt;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18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800" b="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8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3BE6C5B-0B66-8E50-C2FF-E30B66A70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610" y="1389651"/>
                <a:ext cx="1396288" cy="369332"/>
              </a:xfrm>
              <a:prstGeom prst="rect">
                <a:avLst/>
              </a:prstGeom>
              <a:blipFill>
                <a:blip r:embed="rId5"/>
                <a:stretch>
                  <a:fillRect l="-3493" t="-9836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1AE6E00-29CD-DC9F-51F4-10CDEDC9A3E8}"/>
                  </a:ext>
                </a:extLst>
              </p:cNvPr>
              <p:cNvSpPr txBox="1"/>
              <p:nvPr/>
            </p:nvSpPr>
            <p:spPr>
              <a:xfrm>
                <a:off x="339701" y="3037851"/>
                <a:ext cx="11919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&lt;=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1AE6E00-29CD-DC9F-51F4-10CDEDC9A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01" y="3037851"/>
                <a:ext cx="1191986" cy="369332"/>
              </a:xfrm>
              <a:prstGeom prst="rect">
                <a:avLst/>
              </a:prstGeom>
              <a:blipFill>
                <a:blip r:embed="rId6"/>
                <a:stretch>
                  <a:fillRect t="-8197" r="-1026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9278B1B-EF53-2A7D-345A-8AD9FD693450}"/>
                  </a:ext>
                </a:extLst>
              </p:cNvPr>
              <p:cNvSpPr txBox="1"/>
              <p:nvPr/>
            </p:nvSpPr>
            <p:spPr>
              <a:xfrm>
                <a:off x="339701" y="2407331"/>
                <a:ext cx="11919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&lt;=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9278B1B-EF53-2A7D-345A-8AD9FD693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01" y="2407331"/>
                <a:ext cx="1191986" cy="369332"/>
              </a:xfrm>
              <a:prstGeom prst="rect">
                <a:avLst/>
              </a:prstGeom>
              <a:blipFill>
                <a:blip r:embed="rId7"/>
                <a:stretch>
                  <a:fillRect t="-10000" r="-1026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84D6CBF-84E5-82CA-35B7-2AF3CE8A5433}"/>
                  </a:ext>
                </a:extLst>
              </p:cNvPr>
              <p:cNvSpPr txBox="1"/>
              <p:nvPr/>
            </p:nvSpPr>
            <p:spPr>
              <a:xfrm>
                <a:off x="339701" y="1863802"/>
                <a:ext cx="11919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&lt;=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84D6CBF-84E5-82CA-35B7-2AF3CE8A5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01" y="1863802"/>
                <a:ext cx="1191986" cy="369332"/>
              </a:xfrm>
              <a:prstGeom prst="rect">
                <a:avLst/>
              </a:prstGeom>
              <a:blipFill>
                <a:blip r:embed="rId8"/>
                <a:stretch>
                  <a:fillRect t="-10000" r="-1026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A713B87-046F-1565-A383-25D478C19611}"/>
                  </a:ext>
                </a:extLst>
              </p:cNvPr>
              <p:cNvSpPr txBox="1"/>
              <p:nvPr/>
            </p:nvSpPr>
            <p:spPr>
              <a:xfrm>
                <a:off x="-55470" y="3429701"/>
                <a:ext cx="1587157" cy="3768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=5</m:t>
                        </m:r>
                      </m:sub>
                      <m:sup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 dirty="0"/>
                  <a:t>&lt;=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A713B87-046F-1565-A383-25D478C19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5470" y="3429701"/>
                <a:ext cx="1587157" cy="376898"/>
              </a:xfrm>
              <a:prstGeom prst="rect">
                <a:avLst/>
              </a:prstGeom>
              <a:blipFill>
                <a:blip r:embed="rId9"/>
                <a:stretch>
                  <a:fillRect l="-21538" t="-116393" b="-1868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组合 24">
            <a:extLst>
              <a:ext uri="{FF2B5EF4-FFF2-40B4-BE49-F238E27FC236}">
                <a16:creationId xmlns:a16="http://schemas.microsoft.com/office/drawing/2014/main" id="{20A87A44-C9E6-8CB8-493E-B5B726A1F103}"/>
              </a:ext>
            </a:extLst>
          </p:cNvPr>
          <p:cNvGrpSpPr/>
          <p:nvPr/>
        </p:nvGrpSpPr>
        <p:grpSpPr>
          <a:xfrm>
            <a:off x="6209524" y="3450115"/>
            <a:ext cx="5902730" cy="2705896"/>
            <a:chOff x="5222744" y="3751106"/>
            <a:chExt cx="5902730" cy="2705896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FE8EBDE1-F0FA-87D9-308F-6A599F8FA342}"/>
                </a:ext>
              </a:extLst>
            </p:cNvPr>
            <p:cNvCxnSpPr/>
            <p:nvPr/>
          </p:nvCxnSpPr>
          <p:spPr>
            <a:xfrm>
              <a:off x="6392374" y="4489253"/>
              <a:ext cx="776037" cy="30680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4028E47E-03DB-FAEF-6A0F-39AC28203C15}"/>
                </a:ext>
              </a:extLst>
            </p:cNvPr>
            <p:cNvCxnSpPr/>
            <p:nvPr/>
          </p:nvCxnSpPr>
          <p:spPr>
            <a:xfrm>
              <a:off x="7168411" y="4796058"/>
              <a:ext cx="776037" cy="306805"/>
            </a:xfrm>
            <a:prstGeom prst="line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37AFAB41-3A37-2547-C252-5361C3C130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68411" y="4542463"/>
              <a:ext cx="774162" cy="253594"/>
            </a:xfrm>
            <a:prstGeom prst="line">
              <a:avLst/>
            </a:prstGeom>
            <a:ln w="38100"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BE4F8DB6-7671-D8B7-3663-5EE893081C72}"/>
                </a:ext>
              </a:extLst>
            </p:cNvPr>
            <p:cNvCxnSpPr/>
            <p:nvPr/>
          </p:nvCxnSpPr>
          <p:spPr>
            <a:xfrm>
              <a:off x="7944448" y="5102863"/>
              <a:ext cx="776037" cy="306805"/>
            </a:xfrm>
            <a:prstGeom prst="line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72648F69-9533-40F0-BA9F-CC5C719944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44448" y="4849267"/>
              <a:ext cx="776037" cy="253596"/>
            </a:xfrm>
            <a:prstGeom prst="line">
              <a:avLst/>
            </a:prstGeom>
            <a:ln w="38100"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8B5A572E-A72B-7AE1-C2E7-403A206655E5}"/>
                </a:ext>
              </a:extLst>
            </p:cNvPr>
            <p:cNvCxnSpPr/>
            <p:nvPr/>
          </p:nvCxnSpPr>
          <p:spPr>
            <a:xfrm>
              <a:off x="8720485" y="5409668"/>
              <a:ext cx="776037" cy="306805"/>
            </a:xfrm>
            <a:prstGeom prst="line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D3424C77-6C10-6864-912E-2D14172E67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0485" y="5156072"/>
              <a:ext cx="776037" cy="253596"/>
            </a:xfrm>
            <a:prstGeom prst="line">
              <a:avLst/>
            </a:prstGeom>
            <a:ln w="38100"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8C5725E7-DF08-7112-6145-A917B8387077}"/>
                </a:ext>
              </a:extLst>
            </p:cNvPr>
            <p:cNvCxnSpPr/>
            <p:nvPr/>
          </p:nvCxnSpPr>
          <p:spPr>
            <a:xfrm>
              <a:off x="9496522" y="5711457"/>
              <a:ext cx="776037" cy="306805"/>
            </a:xfrm>
            <a:prstGeom prst="line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05C010CB-6EF1-28EC-7B7C-93C2990C44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96522" y="5457861"/>
              <a:ext cx="776037" cy="253596"/>
            </a:xfrm>
            <a:prstGeom prst="line">
              <a:avLst/>
            </a:prstGeom>
            <a:ln w="38100"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4EC0AFC5-A53C-7175-EE94-FD6FE105C9E5}"/>
                    </a:ext>
                  </a:extLst>
                </p:cNvPr>
                <p:cNvSpPr txBox="1"/>
                <p:nvPr/>
              </p:nvSpPr>
              <p:spPr>
                <a:xfrm>
                  <a:off x="5943300" y="4255629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4EC0AFC5-A53C-7175-EE94-FD6FE105C9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3300" y="4255629"/>
                  <a:ext cx="558062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F2577CEC-13DD-A5BE-A401-C8CAAE0B1260}"/>
                    </a:ext>
                  </a:extLst>
                </p:cNvPr>
                <p:cNvSpPr txBox="1"/>
                <p:nvPr/>
              </p:nvSpPr>
              <p:spPr>
                <a:xfrm>
                  <a:off x="6795472" y="4733531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F2577CEC-13DD-A5BE-A401-C8CAAE0B12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5472" y="4733531"/>
                  <a:ext cx="558062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B5CC0EBD-ED9F-46A0-8E2F-BDEAF78480B6}"/>
                    </a:ext>
                  </a:extLst>
                </p:cNvPr>
                <p:cNvSpPr txBox="1"/>
                <p:nvPr/>
              </p:nvSpPr>
              <p:spPr>
                <a:xfrm>
                  <a:off x="7618463" y="4096381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B5CC0EBD-ED9F-46A0-8E2F-BDEAF78480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8463" y="4096381"/>
                  <a:ext cx="558062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2D6E7DD9-6CF8-6179-CAF0-00B724FFA7C5}"/>
                    </a:ext>
                  </a:extLst>
                </p:cNvPr>
                <p:cNvSpPr txBox="1"/>
                <p:nvPr/>
              </p:nvSpPr>
              <p:spPr>
                <a:xfrm>
                  <a:off x="7060912" y="5040335"/>
                  <a:ext cx="152586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dirty="0"/>
                </a:p>
                <a:p>
                  <a:pPr algn="ctr"/>
                  <a:r>
                    <a:rPr lang="en-US" altLang="zh-CN" dirty="0"/>
                    <a:t>(</a:t>
                  </a:r>
                  <a:r>
                    <a:rPr lang="en-US" altLang="zh-CN" dirty="0">
                      <a:solidFill>
                        <a:srgbClr val="00B050"/>
                      </a:solidFill>
                    </a:rPr>
                    <a:t>specular</a:t>
                  </a:r>
                  <a:r>
                    <a:rPr lang="en-US" altLang="zh-CN" dirty="0"/>
                    <a:t>)</a:t>
                  </a:r>
                  <a:endParaRPr lang="zh-CN" altLang="en-US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2D6E7DD9-6CF8-6179-CAF0-00B724FFA7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0912" y="5040335"/>
                  <a:ext cx="1525862" cy="646331"/>
                </a:xfrm>
                <a:prstGeom prst="rect">
                  <a:avLst/>
                </a:prstGeom>
                <a:blipFill>
                  <a:blip r:embed="rId13"/>
                  <a:stretch>
                    <a:fillRect b="-141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CCBF21B8-A157-8A0A-4A1B-80B7399ABB2C}"/>
                    </a:ext>
                  </a:extLst>
                </p:cNvPr>
                <p:cNvSpPr txBox="1"/>
                <p:nvPr/>
              </p:nvSpPr>
              <p:spPr>
                <a:xfrm>
                  <a:off x="8586263" y="4456803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CCBF21B8-A157-8A0A-4A1B-80B7399ABB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6263" y="4456803"/>
                  <a:ext cx="558062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E51F5D28-8AEC-90FB-0AB5-7D3F66EC643B}"/>
                    </a:ext>
                  </a:extLst>
                </p:cNvPr>
                <p:cNvSpPr txBox="1"/>
                <p:nvPr/>
              </p:nvSpPr>
              <p:spPr>
                <a:xfrm>
                  <a:off x="8483096" y="5331416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E51F5D28-8AEC-90FB-0AB5-7D3F66EC64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3096" y="5331416"/>
                  <a:ext cx="558062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9A8143DE-08E0-4FD6-34DE-A7BD99ADF51D}"/>
                    </a:ext>
                  </a:extLst>
                </p:cNvPr>
                <p:cNvSpPr txBox="1"/>
                <p:nvPr/>
              </p:nvSpPr>
              <p:spPr>
                <a:xfrm>
                  <a:off x="9386637" y="4796057"/>
                  <a:ext cx="558062" cy="3781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9A8143DE-08E0-4FD6-34DE-A7BD99ADF5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6637" y="4796057"/>
                  <a:ext cx="558062" cy="378180"/>
                </a:xfrm>
                <a:prstGeom prst="rect">
                  <a:avLst/>
                </a:prstGeom>
                <a:blipFill>
                  <a:blip r:embed="rId16"/>
                  <a:stretch>
                    <a:fillRect b="-48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C2EF20B4-DCCC-1203-8DF1-80ED78DD325F}"/>
                    </a:ext>
                  </a:extLst>
                </p:cNvPr>
                <p:cNvSpPr txBox="1"/>
                <p:nvPr/>
              </p:nvSpPr>
              <p:spPr>
                <a:xfrm>
                  <a:off x="9225010" y="5711456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C2EF20B4-DCCC-1203-8DF1-80ED78DD32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5010" y="5711456"/>
                  <a:ext cx="558062" cy="369332"/>
                </a:xfrm>
                <a:prstGeom prst="rect">
                  <a:avLst/>
                </a:prstGeom>
                <a:blipFill>
                  <a:blip r:embed="rId17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1D648578-C773-1903-4AFF-E74C325B7B3F}"/>
                    </a:ext>
                  </a:extLst>
                </p:cNvPr>
                <p:cNvSpPr txBox="1"/>
                <p:nvPr/>
              </p:nvSpPr>
              <p:spPr>
                <a:xfrm>
                  <a:off x="10216211" y="5108876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1D648578-C773-1903-4AFF-E74C325B7B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6211" y="5108876"/>
                  <a:ext cx="558062" cy="369332"/>
                </a:xfrm>
                <a:prstGeom prst="rect">
                  <a:avLst/>
                </a:prstGeom>
                <a:blipFill>
                  <a:blip r:embed="rId18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FAEC77C9-FFE7-2FD2-2D2C-78595C6099DA}"/>
                    </a:ext>
                  </a:extLst>
                </p:cNvPr>
                <p:cNvSpPr txBox="1"/>
                <p:nvPr/>
              </p:nvSpPr>
              <p:spPr>
                <a:xfrm>
                  <a:off x="10126279" y="5959036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FAEC77C9-FFE7-2FD2-2D2C-78595C6099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26279" y="5959036"/>
                  <a:ext cx="558062" cy="369332"/>
                </a:xfrm>
                <a:prstGeom prst="rect">
                  <a:avLst/>
                </a:prstGeom>
                <a:blipFill>
                  <a:blip r:embed="rId19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08EEAD8-BED4-97E1-8633-D7A78A34BA27}"/>
                    </a:ext>
                  </a:extLst>
                </p:cNvPr>
                <p:cNvSpPr txBox="1"/>
                <p:nvPr/>
              </p:nvSpPr>
              <p:spPr>
                <a:xfrm>
                  <a:off x="10544071" y="5737925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……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08EEAD8-BED4-97E1-8633-D7A78A34BA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4071" y="5737925"/>
                  <a:ext cx="558062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97C082F2-483B-FA9D-61E4-8A6B4C399EAC}"/>
                    </a:ext>
                  </a:extLst>
                </p:cNvPr>
                <p:cNvSpPr txBox="1"/>
                <p:nvPr/>
              </p:nvSpPr>
              <p:spPr>
                <a:xfrm>
                  <a:off x="5222744" y="3764142"/>
                  <a:ext cx="204452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97C082F2-483B-FA9D-61E4-8A6B4C399E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2744" y="3764142"/>
                  <a:ext cx="2044528" cy="369332"/>
                </a:xfrm>
                <a:prstGeom prst="rect">
                  <a:avLst/>
                </a:prstGeom>
                <a:blipFill>
                  <a:blip r:embed="rId21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3077BE0B-7E7B-9853-2706-BE172C268B66}"/>
                    </a:ext>
                  </a:extLst>
                </p:cNvPr>
                <p:cNvSpPr txBox="1"/>
                <p:nvPr/>
              </p:nvSpPr>
              <p:spPr>
                <a:xfrm>
                  <a:off x="7647800" y="3751106"/>
                  <a:ext cx="93846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3077BE0B-7E7B-9853-2706-BE172C268B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7800" y="3751106"/>
                  <a:ext cx="938463" cy="369332"/>
                </a:xfrm>
                <a:prstGeom prst="rect">
                  <a:avLst/>
                </a:prstGeom>
                <a:blipFill>
                  <a:blip r:embed="rId22"/>
                  <a:stretch>
                    <a:fillRect r="-7143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D3E4E279-E6ED-36D9-F19F-327F4B6D921D}"/>
                    </a:ext>
                  </a:extLst>
                </p:cNvPr>
                <p:cNvSpPr txBox="1"/>
                <p:nvPr/>
              </p:nvSpPr>
              <p:spPr>
                <a:xfrm>
                  <a:off x="7090411" y="5817019"/>
                  <a:ext cx="2618076" cy="63998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                  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𝑖𝑓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𝑙𝑖𝑔h𝑡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𝑠𝑜𝑢𝑟𝑐𝑒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D3E4E279-E6ED-36D9-F19F-327F4B6D92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0411" y="5817019"/>
                  <a:ext cx="2618076" cy="639983"/>
                </a:xfrm>
                <a:prstGeom prst="rect">
                  <a:avLst/>
                </a:prstGeom>
                <a:blipFill>
                  <a:blip r:embed="rId23"/>
                  <a:stretch>
                    <a:fillRect b="-76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A813CFA7-6A37-F876-00FE-0F599FDCACAA}"/>
                    </a:ext>
                  </a:extLst>
                </p:cNvPr>
                <p:cNvSpPr txBox="1"/>
                <p:nvPr/>
              </p:nvSpPr>
              <p:spPr>
                <a:xfrm>
                  <a:off x="9386637" y="4427582"/>
                  <a:ext cx="93846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A813CFA7-6A37-F876-00FE-0F599FDCAC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6637" y="4427582"/>
                  <a:ext cx="938463" cy="369332"/>
                </a:xfrm>
                <a:prstGeom prst="rect">
                  <a:avLst/>
                </a:prstGeom>
                <a:blipFill>
                  <a:blip r:embed="rId24"/>
                  <a:stretch>
                    <a:fillRect r="-7143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69CB18C4-4DA1-0C44-FE76-050A473B446F}"/>
                    </a:ext>
                  </a:extLst>
                </p:cNvPr>
                <p:cNvSpPr txBox="1"/>
                <p:nvPr/>
              </p:nvSpPr>
              <p:spPr>
                <a:xfrm>
                  <a:off x="10187011" y="4798354"/>
                  <a:ext cx="93846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69CB18C4-4DA1-0C44-FE76-050A473B44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7011" y="4798354"/>
                  <a:ext cx="938463" cy="369332"/>
                </a:xfrm>
                <a:prstGeom prst="rect">
                  <a:avLst/>
                </a:prstGeom>
                <a:blipFill>
                  <a:blip r:embed="rId25"/>
                  <a:stretch>
                    <a:fillRect r="-7792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D0AB13EE-9697-2F94-F030-0D13560C0C98}"/>
                </a:ext>
              </a:extLst>
            </p:cNvPr>
            <p:cNvCxnSpPr/>
            <p:nvPr/>
          </p:nvCxnSpPr>
          <p:spPr>
            <a:xfrm>
              <a:off x="8176525" y="4826135"/>
              <a:ext cx="306571" cy="32993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03EDBD6D-5D30-FDF8-8407-D09B178230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69412" y="4809873"/>
              <a:ext cx="306571" cy="32993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7C503D6-8AB9-697F-66EA-BFB7967B369B}"/>
                  </a:ext>
                </a:extLst>
              </p:cNvPr>
              <p:cNvSpPr txBox="1"/>
              <p:nvPr/>
            </p:nvSpPr>
            <p:spPr>
              <a:xfrm>
                <a:off x="-84898" y="4309415"/>
                <a:ext cx="7994900" cy="18465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sz="140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1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1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supHide m:val="on"/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dirty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altLang="zh-CN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140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4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CN" sz="140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7C503D6-8AB9-697F-66EA-BFB7967B3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898" y="4309415"/>
                <a:ext cx="7994900" cy="1846596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0177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6FE58-F7B9-7D37-B7B2-7A7CF3E01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3B61300-BE73-1987-F0A2-4675C51EE76A}"/>
              </a:ext>
            </a:extLst>
          </p:cNvPr>
          <p:cNvCxnSpPr>
            <a:cxnSpLocks/>
          </p:cNvCxnSpPr>
          <p:nvPr/>
        </p:nvCxnSpPr>
        <p:spPr>
          <a:xfrm>
            <a:off x="7674428" y="2535381"/>
            <a:ext cx="0" cy="201286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2B38CC5-B467-8976-DB63-32E5F6910BDD}"/>
              </a:ext>
            </a:extLst>
          </p:cNvPr>
          <p:cNvSpPr>
            <a:spLocks noGrp="1"/>
          </p:cNvSpPr>
          <p:nvPr>
            <p:ph idx="3"/>
          </p:nvPr>
        </p:nvSpPr>
        <p:spPr/>
        <p:txBody>
          <a:bodyPr/>
          <a:lstStyle/>
          <a:p>
            <a:r>
              <a:rPr lang="zh-CN" altLang="en-US" dirty="0"/>
              <a:t>相机发射光线</a:t>
            </a:r>
            <a:endParaRPr lang="en-US" altLang="zh-CN" dirty="0"/>
          </a:p>
          <a:p>
            <a:r>
              <a:rPr lang="zh-CN" altLang="en-US" dirty="0"/>
              <a:t>击中场景上一点</a:t>
            </a:r>
            <a:endParaRPr lang="en-US" altLang="zh-CN" dirty="0"/>
          </a:p>
          <a:p>
            <a:r>
              <a:rPr lang="zh-CN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根据</a:t>
            </a:r>
            <a:r>
              <a:rPr lang="en-US" altLang="zh-C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BSDF</a:t>
            </a:r>
            <a:r>
              <a:rPr lang="zh-CN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选择光线方向</a:t>
            </a:r>
            <a:endParaRPr lang="en-US" altLang="zh-CN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zh-CN" altLang="en-US" dirty="0"/>
              <a:t>发射新的光线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相机发射光线</a:t>
            </a:r>
            <a:endParaRPr lang="en-US" altLang="zh-CN" dirty="0"/>
          </a:p>
          <a:p>
            <a:r>
              <a:rPr lang="zh-CN" altLang="en-US" dirty="0"/>
              <a:t>击中场景上一点</a:t>
            </a:r>
            <a:endParaRPr lang="en-US" altLang="zh-CN" dirty="0"/>
          </a:p>
          <a:p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根据场景光源选择光源上一点</a:t>
            </a:r>
            <a:endParaRPr lang="en-US" altLang="zh-CN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zh-CN" altLang="en-US" dirty="0"/>
              <a:t>发射新的光线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A82FA9E-371B-2915-7606-7ADE9F361652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混合两种渲染方程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9F4CDE7-9843-4597-D916-EAD3AF9A1B89}"/>
                  </a:ext>
                </a:extLst>
              </p:cNvPr>
              <p:cNvSpPr txBox="1"/>
              <p:nvPr/>
            </p:nvSpPr>
            <p:spPr>
              <a:xfrm>
                <a:off x="4626923" y="1620271"/>
                <a:ext cx="6095010" cy="6605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pHide m:val="on"/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b="0" i="0" dirty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9BFE26A-EAB2-B72B-9A01-57166D2AE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6923" y="1620271"/>
                <a:ext cx="6095010" cy="6605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47B8C18-E433-D876-2182-FA7E35C1F335}"/>
              </a:ext>
            </a:extLst>
          </p:cNvPr>
          <p:cNvCxnSpPr/>
          <p:nvPr/>
        </p:nvCxnSpPr>
        <p:spPr>
          <a:xfrm>
            <a:off x="779813" y="3521033"/>
            <a:ext cx="10716227" cy="0"/>
          </a:xfrm>
          <a:prstGeom prst="line">
            <a:avLst/>
          </a:prstGeom>
          <a:ln w="762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D9B3B09-8A01-3515-CFFA-839727D9780F}"/>
                  </a:ext>
                </a:extLst>
              </p:cNvPr>
              <p:cNvSpPr txBox="1"/>
              <p:nvPr/>
            </p:nvSpPr>
            <p:spPr>
              <a:xfrm>
                <a:off x="4269294" y="4640018"/>
                <a:ext cx="7922706" cy="658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pHide m:val="on"/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p>
                                <m:sSup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</m:d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p>
                                <m:sSup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p>
                                <m:sSup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D9B3B09-8A01-3515-CFFA-839727D97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9294" y="4640018"/>
                <a:ext cx="7922706" cy="6587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9913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72628-9A73-798C-F385-AA2C67946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5FBB573-E220-2150-B9CC-747138F6E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440" y="-159452"/>
            <a:ext cx="3213095" cy="2157364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147BEA8B-5ED7-0526-51F8-1FF60EA444BB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混合两种渲染方程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内容占位符 1">
                <a:extLst>
                  <a:ext uri="{FF2B5EF4-FFF2-40B4-BE49-F238E27FC236}">
                    <a16:creationId xmlns:a16="http://schemas.microsoft.com/office/drawing/2014/main" id="{017C6897-633E-7D45-F1C8-3228DBAF8B3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3454" y="1492612"/>
                <a:ext cx="12138560" cy="2460523"/>
              </a:xfrm>
              <a:prstGeom prst="rect">
                <a:avLst/>
              </a:prstGeom>
              <a:ln>
                <a:noFill/>
                <a:prstDash val="sysDash"/>
              </a:ln>
            </p:spPr>
            <p:txBody>
              <a:bodyPr vert="horz" lIns="90000" tIns="46800" rIns="90000" bIns="46800" rtlCol="0">
                <a:normAutofit/>
              </a:bodyPr>
              <a:lstStyle>
                <a:defPPr>
                  <a:defRPr lang="zh-CN"/>
                </a:defPPr>
                <a:lvl1pPr marL="228600" marR="0" lvl="0" indent="-228600" algn="l" defTabSz="914400" rtl="0" eaLnBrk="1" fontAlgn="auto" latinLnBrk="0" hangingPunct="1">
                  <a:lnSpc>
                    <a:spcPct val="13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●"/>
                  <a:defRPr kumimoji="0" lang="zh-CN" altLang="en-US" sz="1800" b="0" i="0" u="none" strike="noStrike" kern="1200" cap="none" spc="150" normalizeH="0" baseline="0" noProof="1" dirty="0">
                    <a:ln>
                      <a:noFill/>
                      <a:prstDash val="sysDot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  <a:sym typeface="+mn-ea"/>
                  </a:defRPr>
                </a:lvl1pPr>
                <a:lvl2pPr marL="449580" marR="0" lvl="1" indent="-231775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tabLst>
                    <a:tab pos="1609725" algn="l"/>
                  </a:tabLst>
                  <a:defRPr kumimoji="0" sz="1600" b="0" i="0" u="none" strike="noStrike" kern="1200" cap="none" spc="150" normalizeH="0" baseline="0">
                    <a:ln>
                      <a:noFill/>
                      <a:prstDash val="sysDot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</a:defRPr>
                </a:lvl2pPr>
                <a:lvl3pPr marL="719455" marR="0" lvl="2" indent="-276225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defRPr kumimoji="0" sz="1600" b="0" i="0" u="none" strike="noStrike" kern="1200" cap="none" spc="150" normalizeH="0" baseline="0">
                    <a:ln>
                      <a:noFill/>
                      <a:prstDash val="sysDot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</a:defRPr>
                </a:lvl3pPr>
                <a:lvl4pPr marL="987425" marR="0" lvl="3" indent="-262255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300"/>
                  </a:spcAft>
                  <a:buFont typeface="Wingdings" panose="05000000000000000000" charset="0"/>
                  <a:buChar char=""/>
                  <a:tabLst>
                    <a:tab pos="899795" algn="l"/>
                  </a:tabLst>
                  <a:defRPr kumimoji="0" sz="1400" b="0" i="0" u="none" strike="noStrike" kern="1200" cap="none" spc="150" normalizeH="0" baseline="0">
                    <a:ln>
                      <a:noFill/>
                      <a:prstDash val="sysDot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</a:defRPr>
                </a:lvl4pPr>
                <a:lvl5pPr marL="1256030" marR="0" lvl="4" indent="-262255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  <a:defRPr kumimoji="0" sz="1400" b="0" i="0" u="none" strike="noStrike" kern="1200" cap="none" spc="150" normalizeH="0" baseline="0">
                    <a:ln>
                      <a:noFill/>
                      <a:prstDash val="sysDot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uFillTx/>
                    <a:latin typeface="+mn-ea"/>
                    <a:ea typeface="+mn-ea"/>
                    <a:cs typeface="MiSans Normal" panose="00000500000000000000" charset="-122"/>
                  </a:defRPr>
                </a:lvl5pPr>
                <a:lvl6pPr marL="2514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    +</m:t>
                      </m:r>
                      <m:nary>
                        <m:naryPr>
                          <m:supHide m:val="on"/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2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    +</m:t>
                      </m:r>
                      <m:nary>
                        <m:naryPr>
                          <m:supHide m:val="on"/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2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CN" sz="12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2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2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2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2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2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2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    +</m:t>
                      </m:r>
                      <m:nary>
                        <m:naryPr>
                          <m:supHide m:val="on"/>
                          <m:ctrlPr>
                            <a:rPr lang="en-US" altLang="zh-CN" sz="12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2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nary>
                                <m:naryPr>
                                  <m:supHide m:val="on"/>
                                  <m:ctrlPr>
                                    <a:rPr lang="en-US" altLang="zh-CN" sz="12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altLang="zh-CN" sz="1200" b="0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zh-CN" sz="12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2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2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2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2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altLang="zh-CN" sz="12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2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2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  <m:r>
                                <a:rPr lang="en-US" altLang="zh-CN" sz="12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zh-CN" sz="12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2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    +…</m:t>
                      </m:r>
                    </m:oMath>
                  </m:oMathPara>
                </a14:m>
                <a:endParaRPr lang="en-US" altLang="zh-CN" sz="12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内容占位符 1">
                <a:extLst>
                  <a:ext uri="{FF2B5EF4-FFF2-40B4-BE49-F238E27FC236}">
                    <a16:creationId xmlns:a16="http://schemas.microsoft.com/office/drawing/2014/main" id="{017C6897-633E-7D45-F1C8-3228DBAF8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54" y="1492612"/>
                <a:ext cx="12138560" cy="24605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9EB7B80-321A-0724-EDF0-0E74E21EF210}"/>
                  </a:ext>
                </a:extLst>
              </p:cNvPr>
              <p:cNvSpPr txBox="1"/>
              <p:nvPr/>
            </p:nvSpPr>
            <p:spPr>
              <a:xfrm>
                <a:off x="3489080" y="1513669"/>
                <a:ext cx="1396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800" dirty="0"/>
                  <a:t>=&gt;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18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800" b="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8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9EB7B80-321A-0724-EDF0-0E74E21EF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080" y="1513669"/>
                <a:ext cx="1396288" cy="369332"/>
              </a:xfrm>
              <a:prstGeom prst="rect">
                <a:avLst/>
              </a:prstGeom>
              <a:blipFill>
                <a:blip r:embed="rId4"/>
                <a:stretch>
                  <a:fillRect l="-3493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52FABF4-BAE9-5E9C-5E35-C92B2F227F8D}"/>
                  </a:ext>
                </a:extLst>
              </p:cNvPr>
              <p:cNvSpPr txBox="1"/>
              <p:nvPr/>
            </p:nvSpPr>
            <p:spPr>
              <a:xfrm>
                <a:off x="395171" y="3090244"/>
                <a:ext cx="11919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&lt;=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52FABF4-BAE9-5E9C-5E35-C92B2F227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171" y="3090244"/>
                <a:ext cx="1191986" cy="369332"/>
              </a:xfrm>
              <a:prstGeom prst="rect">
                <a:avLst/>
              </a:prstGeom>
              <a:blipFill>
                <a:blip r:embed="rId5"/>
                <a:stretch>
                  <a:fillRect t="-9836" r="-1026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9345D1B-7789-8B48-9786-1E9D9AD3A0E6}"/>
                  </a:ext>
                </a:extLst>
              </p:cNvPr>
              <p:cNvSpPr txBox="1"/>
              <p:nvPr/>
            </p:nvSpPr>
            <p:spPr>
              <a:xfrm>
                <a:off x="395171" y="2531349"/>
                <a:ext cx="11919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&lt;=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9345D1B-7789-8B48-9786-1E9D9AD3A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171" y="2531349"/>
                <a:ext cx="1191986" cy="369332"/>
              </a:xfrm>
              <a:prstGeom prst="rect">
                <a:avLst/>
              </a:prstGeom>
              <a:blipFill>
                <a:blip r:embed="rId6"/>
                <a:stretch>
                  <a:fillRect t="-8197" r="-1026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1037D01-E3C1-FF8D-F10D-B0DE1DEE9820}"/>
                  </a:ext>
                </a:extLst>
              </p:cNvPr>
              <p:cNvSpPr txBox="1"/>
              <p:nvPr/>
            </p:nvSpPr>
            <p:spPr>
              <a:xfrm>
                <a:off x="395171" y="1987820"/>
                <a:ext cx="11919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&lt;=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1037D01-E3C1-FF8D-F10D-B0DE1DEE9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171" y="1987820"/>
                <a:ext cx="1191986" cy="369332"/>
              </a:xfrm>
              <a:prstGeom prst="rect">
                <a:avLst/>
              </a:prstGeom>
              <a:blipFill>
                <a:blip r:embed="rId7"/>
                <a:stretch>
                  <a:fillRect t="-8197" r="-1026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11431A5-D527-7615-7CF0-9D44AB29B3FE}"/>
                  </a:ext>
                </a:extLst>
              </p:cNvPr>
              <p:cNvSpPr txBox="1"/>
              <p:nvPr/>
            </p:nvSpPr>
            <p:spPr>
              <a:xfrm>
                <a:off x="0" y="3503587"/>
                <a:ext cx="1587157" cy="3768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=5</m:t>
                        </m:r>
                      </m:sub>
                      <m:sup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 dirty="0"/>
                  <a:t>&lt;=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11431A5-D527-7615-7CF0-9D44AB29B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503587"/>
                <a:ext cx="1587157" cy="376898"/>
              </a:xfrm>
              <a:prstGeom prst="rect">
                <a:avLst/>
              </a:prstGeom>
              <a:blipFill>
                <a:blip r:embed="rId8"/>
                <a:stretch>
                  <a:fillRect l="-21154" t="-114516" b="-1822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组合 24">
            <a:extLst>
              <a:ext uri="{FF2B5EF4-FFF2-40B4-BE49-F238E27FC236}">
                <a16:creationId xmlns:a16="http://schemas.microsoft.com/office/drawing/2014/main" id="{1DD94AF0-5DAE-C3A8-0098-F9C5870800B1}"/>
              </a:ext>
            </a:extLst>
          </p:cNvPr>
          <p:cNvGrpSpPr/>
          <p:nvPr/>
        </p:nvGrpSpPr>
        <p:grpSpPr>
          <a:xfrm>
            <a:off x="7204799" y="23501"/>
            <a:ext cx="4884695" cy="2239214"/>
            <a:chOff x="5222744" y="3751106"/>
            <a:chExt cx="5902730" cy="2705896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2D1BBC7B-15BC-6203-C74E-46A490765A3C}"/>
                </a:ext>
              </a:extLst>
            </p:cNvPr>
            <p:cNvCxnSpPr/>
            <p:nvPr/>
          </p:nvCxnSpPr>
          <p:spPr>
            <a:xfrm>
              <a:off x="6392374" y="4489253"/>
              <a:ext cx="776037" cy="30680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88DE411A-3A8E-E5F6-6588-7BAA07AB68E7}"/>
                </a:ext>
              </a:extLst>
            </p:cNvPr>
            <p:cNvCxnSpPr/>
            <p:nvPr/>
          </p:nvCxnSpPr>
          <p:spPr>
            <a:xfrm>
              <a:off x="7168411" y="4796058"/>
              <a:ext cx="776037" cy="306805"/>
            </a:xfrm>
            <a:prstGeom prst="line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D0F59956-B49B-9247-580B-48236D98D5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68411" y="4542463"/>
              <a:ext cx="774162" cy="253594"/>
            </a:xfrm>
            <a:prstGeom prst="line">
              <a:avLst/>
            </a:prstGeom>
            <a:ln w="38100"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4D761C82-0048-1D7A-9136-5CB74AA44844}"/>
                </a:ext>
              </a:extLst>
            </p:cNvPr>
            <p:cNvCxnSpPr/>
            <p:nvPr/>
          </p:nvCxnSpPr>
          <p:spPr>
            <a:xfrm>
              <a:off x="7944448" y="5102863"/>
              <a:ext cx="776037" cy="306805"/>
            </a:xfrm>
            <a:prstGeom prst="line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5B3B5926-D4DB-7669-0CC2-53F884D01B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44448" y="4849267"/>
              <a:ext cx="776037" cy="253596"/>
            </a:xfrm>
            <a:prstGeom prst="line">
              <a:avLst/>
            </a:prstGeom>
            <a:ln w="38100"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FEF19CE6-BDF3-A3B5-0188-1E1C85F57CB8}"/>
                </a:ext>
              </a:extLst>
            </p:cNvPr>
            <p:cNvCxnSpPr/>
            <p:nvPr/>
          </p:nvCxnSpPr>
          <p:spPr>
            <a:xfrm>
              <a:off x="8720485" y="5409668"/>
              <a:ext cx="776037" cy="306805"/>
            </a:xfrm>
            <a:prstGeom prst="line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D17E9A14-7889-EE97-E15B-6F64F6D2FD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0485" y="5156072"/>
              <a:ext cx="776037" cy="253596"/>
            </a:xfrm>
            <a:prstGeom prst="line">
              <a:avLst/>
            </a:prstGeom>
            <a:ln w="38100"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C2DD95CF-D25B-5253-A744-31BCD21335DD}"/>
                </a:ext>
              </a:extLst>
            </p:cNvPr>
            <p:cNvCxnSpPr/>
            <p:nvPr/>
          </p:nvCxnSpPr>
          <p:spPr>
            <a:xfrm>
              <a:off x="9496522" y="5711457"/>
              <a:ext cx="776037" cy="306805"/>
            </a:xfrm>
            <a:prstGeom prst="line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052882AA-45C4-017C-981B-F66670E85E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96522" y="5457861"/>
              <a:ext cx="776037" cy="253596"/>
            </a:xfrm>
            <a:prstGeom prst="line">
              <a:avLst/>
            </a:prstGeom>
            <a:ln w="38100">
              <a:solidFill>
                <a:srgbClr val="FFC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D7A56EC7-4E0E-D5FA-7D2B-7E4891CE5663}"/>
                    </a:ext>
                  </a:extLst>
                </p:cNvPr>
                <p:cNvSpPr txBox="1"/>
                <p:nvPr/>
              </p:nvSpPr>
              <p:spPr>
                <a:xfrm>
                  <a:off x="5943300" y="4255629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4EC0AFC5-A53C-7175-EE94-FD6FE105C9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3300" y="4255629"/>
                  <a:ext cx="558062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0DE7C127-EB1B-D264-3F1E-391BB3009089}"/>
                    </a:ext>
                  </a:extLst>
                </p:cNvPr>
                <p:cNvSpPr txBox="1"/>
                <p:nvPr/>
              </p:nvSpPr>
              <p:spPr>
                <a:xfrm>
                  <a:off x="6795472" y="4733531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F2577CEC-13DD-A5BE-A401-C8CAAE0B12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5472" y="4733531"/>
                  <a:ext cx="558062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5C6A5FA3-729B-60CA-0DEC-8825CB5F0B33}"/>
                    </a:ext>
                  </a:extLst>
                </p:cNvPr>
                <p:cNvSpPr txBox="1"/>
                <p:nvPr/>
              </p:nvSpPr>
              <p:spPr>
                <a:xfrm>
                  <a:off x="7618463" y="4096381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B5CC0EBD-ED9F-46A0-8E2F-BDEAF78480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8463" y="4096381"/>
                  <a:ext cx="558062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49D5B3C2-D92A-5B4B-42A8-FF34B1E849EB}"/>
                    </a:ext>
                  </a:extLst>
                </p:cNvPr>
                <p:cNvSpPr txBox="1"/>
                <p:nvPr/>
              </p:nvSpPr>
              <p:spPr>
                <a:xfrm>
                  <a:off x="7060912" y="5040335"/>
                  <a:ext cx="152586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dirty="0"/>
                </a:p>
                <a:p>
                  <a:pPr algn="ctr"/>
                  <a:r>
                    <a:rPr lang="en-US" altLang="zh-CN" dirty="0"/>
                    <a:t>(</a:t>
                  </a:r>
                  <a:r>
                    <a:rPr lang="en-US" altLang="zh-CN" dirty="0">
                      <a:solidFill>
                        <a:srgbClr val="00B050"/>
                      </a:solidFill>
                    </a:rPr>
                    <a:t>specular</a:t>
                  </a:r>
                  <a:r>
                    <a:rPr lang="en-US" altLang="zh-CN" dirty="0"/>
                    <a:t>)</a:t>
                  </a:r>
                  <a:endParaRPr lang="zh-CN" altLang="en-US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49D5B3C2-D92A-5B4B-42A8-FF34B1E849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0912" y="5040335"/>
                  <a:ext cx="1525862" cy="646331"/>
                </a:xfrm>
                <a:prstGeom prst="rect">
                  <a:avLst/>
                </a:prstGeom>
                <a:blipFill>
                  <a:blip r:embed="rId13"/>
                  <a:stretch>
                    <a:fillRect l="-3846" r="-3846" b="-3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E6B11D0-8FA8-413C-2CAE-2C2BBD6E920C}"/>
                    </a:ext>
                  </a:extLst>
                </p:cNvPr>
                <p:cNvSpPr txBox="1"/>
                <p:nvPr/>
              </p:nvSpPr>
              <p:spPr>
                <a:xfrm>
                  <a:off x="8586263" y="4456803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CCBF21B8-A157-8A0A-4A1B-80B7399ABB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6263" y="4456803"/>
                  <a:ext cx="558062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229588EF-DFBD-2C37-6553-55EF894EF78C}"/>
                    </a:ext>
                  </a:extLst>
                </p:cNvPr>
                <p:cNvSpPr txBox="1"/>
                <p:nvPr/>
              </p:nvSpPr>
              <p:spPr>
                <a:xfrm>
                  <a:off x="8483096" y="5331416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E51F5D28-8AEC-90FB-0AB5-7D3F66EC64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3096" y="5331416"/>
                  <a:ext cx="558062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AE719698-0E57-6D2D-E61D-3DF92CD370C0}"/>
                    </a:ext>
                  </a:extLst>
                </p:cNvPr>
                <p:cNvSpPr txBox="1"/>
                <p:nvPr/>
              </p:nvSpPr>
              <p:spPr>
                <a:xfrm>
                  <a:off x="9386637" y="4796057"/>
                  <a:ext cx="558062" cy="3781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9A8143DE-08E0-4FD6-34DE-A7BD99ADF5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6637" y="4796057"/>
                  <a:ext cx="558062" cy="378180"/>
                </a:xfrm>
                <a:prstGeom prst="rect">
                  <a:avLst/>
                </a:prstGeom>
                <a:blipFill>
                  <a:blip r:embed="rId16"/>
                  <a:stretch>
                    <a:fillRect b="-48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3B30C7DD-1E87-9D9A-BC31-33A94DC93C04}"/>
                    </a:ext>
                  </a:extLst>
                </p:cNvPr>
                <p:cNvSpPr txBox="1"/>
                <p:nvPr/>
              </p:nvSpPr>
              <p:spPr>
                <a:xfrm>
                  <a:off x="9225010" y="5711456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C2EF20B4-DCCC-1203-8DF1-80ED78DD32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5010" y="5711456"/>
                  <a:ext cx="558062" cy="369332"/>
                </a:xfrm>
                <a:prstGeom prst="rect">
                  <a:avLst/>
                </a:prstGeom>
                <a:blipFill>
                  <a:blip r:embed="rId17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D53C1131-D939-8803-F6FD-73B2E66CFDBA}"/>
                    </a:ext>
                  </a:extLst>
                </p:cNvPr>
                <p:cNvSpPr txBox="1"/>
                <p:nvPr/>
              </p:nvSpPr>
              <p:spPr>
                <a:xfrm>
                  <a:off x="10216211" y="5108876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1D648578-C773-1903-4AFF-E74C325B7B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6211" y="5108876"/>
                  <a:ext cx="558062" cy="369332"/>
                </a:xfrm>
                <a:prstGeom prst="rect">
                  <a:avLst/>
                </a:prstGeom>
                <a:blipFill>
                  <a:blip r:embed="rId18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78B0A209-42A3-0110-B79B-0518BB7695F5}"/>
                    </a:ext>
                  </a:extLst>
                </p:cNvPr>
                <p:cNvSpPr txBox="1"/>
                <p:nvPr/>
              </p:nvSpPr>
              <p:spPr>
                <a:xfrm>
                  <a:off x="10126279" y="5959036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FAEC77C9-FFE7-2FD2-2D2C-78595C6099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26279" y="5959036"/>
                  <a:ext cx="558062" cy="369332"/>
                </a:xfrm>
                <a:prstGeom prst="rect">
                  <a:avLst/>
                </a:prstGeom>
                <a:blipFill>
                  <a:blip r:embed="rId19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B75A3BD4-FE5C-6ECC-C20D-62C43BED65A3}"/>
                    </a:ext>
                  </a:extLst>
                </p:cNvPr>
                <p:cNvSpPr txBox="1"/>
                <p:nvPr/>
              </p:nvSpPr>
              <p:spPr>
                <a:xfrm>
                  <a:off x="10544071" y="5737925"/>
                  <a:ext cx="5580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……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08EEAD8-BED4-97E1-8633-D7A78A34BA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4071" y="5737925"/>
                  <a:ext cx="558062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173CF547-0A10-09D1-C453-65A955AB523D}"/>
                    </a:ext>
                  </a:extLst>
                </p:cNvPr>
                <p:cNvSpPr txBox="1"/>
                <p:nvPr/>
              </p:nvSpPr>
              <p:spPr>
                <a:xfrm>
                  <a:off x="5222744" y="3764142"/>
                  <a:ext cx="204452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97C082F2-483B-FA9D-61E4-8A6B4C399E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2744" y="3764142"/>
                  <a:ext cx="2044528" cy="369332"/>
                </a:xfrm>
                <a:prstGeom prst="rect">
                  <a:avLst/>
                </a:prstGeom>
                <a:blipFill>
                  <a:blip r:embed="rId21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7F0C4A9B-C9FB-27A3-9071-E6952D9D1C6A}"/>
                    </a:ext>
                  </a:extLst>
                </p:cNvPr>
                <p:cNvSpPr txBox="1"/>
                <p:nvPr/>
              </p:nvSpPr>
              <p:spPr>
                <a:xfrm>
                  <a:off x="7647800" y="3751106"/>
                  <a:ext cx="93846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3077BE0B-7E7B-9853-2706-BE172C268B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7800" y="3751106"/>
                  <a:ext cx="938463" cy="369332"/>
                </a:xfrm>
                <a:prstGeom prst="rect">
                  <a:avLst/>
                </a:prstGeom>
                <a:blipFill>
                  <a:blip r:embed="rId22"/>
                  <a:stretch>
                    <a:fillRect r="-7143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B2EA15C9-F5C6-987C-7147-08797315B4EE}"/>
                    </a:ext>
                  </a:extLst>
                </p:cNvPr>
                <p:cNvSpPr txBox="1"/>
                <p:nvPr/>
              </p:nvSpPr>
              <p:spPr>
                <a:xfrm>
                  <a:off x="7090411" y="5817019"/>
                  <a:ext cx="2618076" cy="63998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                  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𝑖𝑓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𝑙𝑖𝑔h𝑡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𝑠𝑜𝑢𝑟𝑐𝑒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B2EA15C9-F5C6-987C-7147-08797315B4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0411" y="5817019"/>
                  <a:ext cx="2618076" cy="639983"/>
                </a:xfrm>
                <a:prstGeom prst="rect">
                  <a:avLst/>
                </a:prstGeom>
                <a:blipFill>
                  <a:blip r:embed="rId23"/>
                  <a:stretch>
                    <a:fillRect l="-843" b="-3103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E5FEF802-E8EF-E9FA-1DFF-E98CBBD61F15}"/>
                    </a:ext>
                  </a:extLst>
                </p:cNvPr>
                <p:cNvSpPr txBox="1"/>
                <p:nvPr/>
              </p:nvSpPr>
              <p:spPr>
                <a:xfrm>
                  <a:off x="9386637" y="4427582"/>
                  <a:ext cx="93846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A813CFA7-6A37-F876-00FE-0F599FDCAC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6637" y="4427582"/>
                  <a:ext cx="938463" cy="369332"/>
                </a:xfrm>
                <a:prstGeom prst="rect">
                  <a:avLst/>
                </a:prstGeom>
                <a:blipFill>
                  <a:blip r:embed="rId24"/>
                  <a:stretch>
                    <a:fillRect r="-7143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2A0FC77D-B9C3-9EB2-57E5-5C84EB56DC95}"/>
                    </a:ext>
                  </a:extLst>
                </p:cNvPr>
                <p:cNvSpPr txBox="1"/>
                <p:nvPr/>
              </p:nvSpPr>
              <p:spPr>
                <a:xfrm>
                  <a:off x="10187011" y="4798354"/>
                  <a:ext cx="93846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69CB18C4-4DA1-0C44-FE76-050A473B44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7011" y="4798354"/>
                  <a:ext cx="938463" cy="369332"/>
                </a:xfrm>
                <a:prstGeom prst="rect">
                  <a:avLst/>
                </a:prstGeom>
                <a:blipFill>
                  <a:blip r:embed="rId25"/>
                  <a:stretch>
                    <a:fillRect r="-7792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0BB190C-37D4-0D94-D290-716D31C31365}"/>
                </a:ext>
              </a:extLst>
            </p:cNvPr>
            <p:cNvCxnSpPr/>
            <p:nvPr/>
          </p:nvCxnSpPr>
          <p:spPr>
            <a:xfrm>
              <a:off x="8176525" y="4826135"/>
              <a:ext cx="306571" cy="32993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37D97B25-4B82-BBCC-63C4-45056488C0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69412" y="4809873"/>
              <a:ext cx="306571" cy="32993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BDA07F9-7368-5761-50AF-1FFC31447F0F}"/>
                  </a:ext>
                </a:extLst>
              </p:cNvPr>
              <p:cNvSpPr txBox="1"/>
              <p:nvPr/>
            </p:nvSpPr>
            <p:spPr>
              <a:xfrm>
                <a:off x="442824" y="3812541"/>
                <a:ext cx="11613384" cy="30703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nary>
                                <m:naryPr>
                                  <m:supHide m:val="on"/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altLang="zh-CN" sz="1400" b="0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b="0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zh-CN" sz="14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zh-CN" sz="14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b>
                            <m:sup/>
                            <m:e>
                              <m:nary>
                                <m:naryPr>
                                  <m:supHide m:val="on"/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𝟐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1400" b="1" i="1" smtClean="0">
                                              <a:latin typeface="Cambria Math" panose="02040503050406030204" pitchFamily="18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smtClean="0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CN" sz="140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40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4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d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supHide m:val="on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b>
                            <m:sup/>
                            <m:e>
                              <m:nary>
                                <m:naryPr>
                                  <m:supHide m:val="on"/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𝟐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40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4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d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supHide m:val="on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40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func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4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func>
                                </m:e>
                              </m:d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1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altLang="zh-CN" sz="1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1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1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  <m:r>
                            <a:rPr lang="en-US" altLang="zh-CN" sz="1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1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BDA07F9-7368-5761-50AF-1FFC31447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824" y="3812541"/>
                <a:ext cx="11613384" cy="307039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64F683B-535F-B37C-2475-76FA5A949E98}"/>
                  </a:ext>
                </a:extLst>
              </p:cNvPr>
              <p:cNvSpPr txBox="1"/>
              <p:nvPr/>
            </p:nvSpPr>
            <p:spPr>
              <a:xfrm>
                <a:off x="8806867" y="875100"/>
                <a:ext cx="4618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64F683B-535F-B37C-2475-76FA5A949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6867" y="875100"/>
                <a:ext cx="461814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F9654132-5051-9474-2828-1723D3B96798}"/>
                  </a:ext>
                </a:extLst>
              </p:cNvPr>
              <p:cNvSpPr txBox="1"/>
              <p:nvPr/>
            </p:nvSpPr>
            <p:spPr>
              <a:xfrm>
                <a:off x="9449062" y="1128146"/>
                <a:ext cx="4618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F9654132-5051-9474-2828-1723D3B96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9062" y="1128146"/>
                <a:ext cx="461814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9718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BD8F8-41ED-4AB7-AD0C-426D73937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B9F2FEE-295D-21A1-32C6-6C6E861C5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440" y="-159452"/>
            <a:ext cx="3213095" cy="2157364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7CBDA817-CF01-F1BF-492F-64EBF4C24EB1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混合两种渲染方程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100C331-0453-C102-1115-029803597DAF}"/>
                  </a:ext>
                </a:extLst>
              </p:cNvPr>
              <p:cNvSpPr txBox="1"/>
              <p:nvPr/>
            </p:nvSpPr>
            <p:spPr>
              <a:xfrm>
                <a:off x="47785" y="1927410"/>
                <a:ext cx="11718742" cy="49737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CN" sz="1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CN" sz="1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40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func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4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  <m:sup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1400" i="1" dirty="0">
                  <a:latin typeface="Cambria Math" panose="02040503050406030204" pitchFamily="18" charset="0"/>
                </a:endParaRPr>
              </a:p>
              <a:p>
                <a:endParaRPr lang="en-US" altLang="zh-CN" sz="1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nary>
                                <m:naryPr>
                                  <m:supHide m:val="on"/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altLang="zh-CN" sz="1400" b="0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b="0" i="1" smtClean="0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zh-CN" sz="14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zh-CN" sz="14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b>
                            <m:sup/>
                            <m:e>
                              <m:nary>
                                <m:naryPr>
                                  <m:supHide m:val="on"/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𝟐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1400" b="1" i="1" smtClean="0">
                                              <a:latin typeface="Cambria Math" panose="02040503050406030204" pitchFamily="18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 smtClean="0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CN" sz="140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40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4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d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supHide m:val="on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b>
                            <m:sup/>
                            <m:e>
                              <m:nary>
                                <m:naryPr>
                                  <m:supHide m:val="on"/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𝟐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→</m:t>
                                          </m:r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↔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40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i="1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3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4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d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400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1" i="1">
                                              <a:solidFill>
                                                <a:schemeClr val="accent6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supHide m:val="on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40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func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4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func>
                                </m:e>
                              </m:d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4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40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  <m:sup>
                                      <m:r>
                                        <a:rPr lang="en-US" altLang="zh-CN" sz="1400" b="1" i="1">
                                          <a:solidFill>
                                            <a:schemeClr val="accent6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1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altLang="zh-CN" sz="1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1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1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1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100C331-0453-C102-1115-029803597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5" y="1927410"/>
                <a:ext cx="11718742" cy="49737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11E45C58-B144-217F-D35D-0D8D9830DC49}"/>
              </a:ext>
            </a:extLst>
          </p:cNvPr>
          <p:cNvGrpSpPr/>
          <p:nvPr/>
        </p:nvGrpSpPr>
        <p:grpSpPr>
          <a:xfrm>
            <a:off x="7302674" y="-75891"/>
            <a:ext cx="4824398" cy="2211573"/>
            <a:chOff x="7204799" y="23501"/>
            <a:chExt cx="4884695" cy="2239214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2BDED69B-C1FC-FAEA-AC96-7860B012587C}"/>
                </a:ext>
              </a:extLst>
            </p:cNvPr>
            <p:cNvGrpSpPr/>
            <p:nvPr/>
          </p:nvGrpSpPr>
          <p:grpSpPr>
            <a:xfrm>
              <a:off x="7204799" y="23501"/>
              <a:ext cx="4884695" cy="2239214"/>
              <a:chOff x="5222744" y="3751106"/>
              <a:chExt cx="5902730" cy="2705896"/>
            </a:xfrm>
          </p:grpSpPr>
          <p:cxnSp>
            <p:nvCxnSpPr>
              <p:cNvPr id="5" name="直接连接符 4">
                <a:extLst>
                  <a:ext uri="{FF2B5EF4-FFF2-40B4-BE49-F238E27FC236}">
                    <a16:creationId xmlns:a16="http://schemas.microsoft.com/office/drawing/2014/main" id="{18F8D382-2105-118B-87B0-DC5BDAECD3E6}"/>
                  </a:ext>
                </a:extLst>
              </p:cNvPr>
              <p:cNvCxnSpPr/>
              <p:nvPr/>
            </p:nvCxnSpPr>
            <p:spPr>
              <a:xfrm>
                <a:off x="6392374" y="4489253"/>
                <a:ext cx="776037" cy="306805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3827719A-9587-7663-5E65-E3A112917443}"/>
                  </a:ext>
                </a:extLst>
              </p:cNvPr>
              <p:cNvCxnSpPr/>
              <p:nvPr/>
            </p:nvCxnSpPr>
            <p:spPr>
              <a:xfrm>
                <a:off x="7168411" y="4796058"/>
                <a:ext cx="776037" cy="306805"/>
              </a:xfrm>
              <a:prstGeom prst="line">
                <a:avLst/>
              </a:prstGeom>
              <a:ln w="38100"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869683A9-FDA6-9020-5BF3-212F952403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68411" y="4542463"/>
                <a:ext cx="774162" cy="253594"/>
              </a:xfrm>
              <a:prstGeom prst="line">
                <a:avLst/>
              </a:prstGeom>
              <a:ln w="38100">
                <a:solidFill>
                  <a:srgbClr val="FFC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6C34D154-A537-2F43-C9E8-1638894AD7CC}"/>
                  </a:ext>
                </a:extLst>
              </p:cNvPr>
              <p:cNvCxnSpPr/>
              <p:nvPr/>
            </p:nvCxnSpPr>
            <p:spPr>
              <a:xfrm>
                <a:off x="7944448" y="5102863"/>
                <a:ext cx="776037" cy="306805"/>
              </a:xfrm>
              <a:prstGeom prst="line">
                <a:avLst/>
              </a:prstGeom>
              <a:ln w="38100"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5D01F98A-A6DA-8F7B-62DF-084861911F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44448" y="4849267"/>
                <a:ext cx="776037" cy="253596"/>
              </a:xfrm>
              <a:prstGeom prst="line">
                <a:avLst/>
              </a:prstGeom>
              <a:ln w="38100">
                <a:solidFill>
                  <a:srgbClr val="FFC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4AC84538-BA61-030F-66AE-0BF312E45AD3}"/>
                  </a:ext>
                </a:extLst>
              </p:cNvPr>
              <p:cNvCxnSpPr/>
              <p:nvPr/>
            </p:nvCxnSpPr>
            <p:spPr>
              <a:xfrm>
                <a:off x="8720485" y="5409668"/>
                <a:ext cx="776037" cy="306805"/>
              </a:xfrm>
              <a:prstGeom prst="line">
                <a:avLst/>
              </a:prstGeom>
              <a:ln w="38100"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91BB46CF-B014-7663-DFB9-83A479C4FC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20485" y="5156072"/>
                <a:ext cx="776037" cy="253596"/>
              </a:xfrm>
              <a:prstGeom prst="line">
                <a:avLst/>
              </a:prstGeom>
              <a:ln w="38100">
                <a:solidFill>
                  <a:srgbClr val="FFC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4F72939A-FCF7-F42C-6929-D01F11689F53}"/>
                  </a:ext>
                </a:extLst>
              </p:cNvPr>
              <p:cNvCxnSpPr/>
              <p:nvPr/>
            </p:nvCxnSpPr>
            <p:spPr>
              <a:xfrm>
                <a:off x="9496522" y="5711457"/>
                <a:ext cx="776037" cy="306805"/>
              </a:xfrm>
              <a:prstGeom prst="line">
                <a:avLst/>
              </a:prstGeom>
              <a:ln w="38100"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9670D160-4D6B-C0D7-1E6C-5BA4B80A62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496522" y="5457861"/>
                <a:ext cx="776037" cy="253596"/>
              </a:xfrm>
              <a:prstGeom prst="line">
                <a:avLst/>
              </a:prstGeom>
              <a:ln w="38100">
                <a:solidFill>
                  <a:srgbClr val="FFC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61674A84-D9DA-8F6E-04BB-EA446979FCFA}"/>
                      </a:ext>
                    </a:extLst>
                  </p:cNvPr>
                  <p:cNvSpPr txBox="1"/>
                  <p:nvPr/>
                </p:nvSpPr>
                <p:spPr>
                  <a:xfrm>
                    <a:off x="5943300" y="4255629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4EC0AFC5-A53C-7175-EE94-FD6FE105C9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43300" y="4255629"/>
                    <a:ext cx="558062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文本框 27">
                    <a:extLst>
                      <a:ext uri="{FF2B5EF4-FFF2-40B4-BE49-F238E27FC236}">
                        <a16:creationId xmlns:a16="http://schemas.microsoft.com/office/drawing/2014/main" id="{9D3237E1-ED6C-C997-9CB0-73AA155B680E}"/>
                      </a:ext>
                    </a:extLst>
                  </p:cNvPr>
                  <p:cNvSpPr txBox="1"/>
                  <p:nvPr/>
                </p:nvSpPr>
                <p:spPr>
                  <a:xfrm>
                    <a:off x="6795472" y="4733531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8" name="文本框 27">
                    <a:extLst>
                      <a:ext uri="{FF2B5EF4-FFF2-40B4-BE49-F238E27FC236}">
                        <a16:creationId xmlns:a16="http://schemas.microsoft.com/office/drawing/2014/main" id="{F2577CEC-13DD-A5BE-A401-C8CAAE0B12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95472" y="4733531"/>
                    <a:ext cx="558062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文本框 28">
                    <a:extLst>
                      <a:ext uri="{FF2B5EF4-FFF2-40B4-BE49-F238E27FC236}">
                        <a16:creationId xmlns:a16="http://schemas.microsoft.com/office/drawing/2014/main" id="{3BE68B25-C7AB-FB82-D206-D66059896E06}"/>
                      </a:ext>
                    </a:extLst>
                  </p:cNvPr>
                  <p:cNvSpPr txBox="1"/>
                  <p:nvPr/>
                </p:nvSpPr>
                <p:spPr>
                  <a:xfrm>
                    <a:off x="7618463" y="4096381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9" name="文本框 28">
                    <a:extLst>
                      <a:ext uri="{FF2B5EF4-FFF2-40B4-BE49-F238E27FC236}">
                        <a16:creationId xmlns:a16="http://schemas.microsoft.com/office/drawing/2014/main" id="{B5CC0EBD-ED9F-46A0-8E2F-BDEAF78480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18463" y="4096381"/>
                    <a:ext cx="558062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655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文本框 29">
                    <a:extLst>
                      <a:ext uri="{FF2B5EF4-FFF2-40B4-BE49-F238E27FC236}">
                        <a16:creationId xmlns:a16="http://schemas.microsoft.com/office/drawing/2014/main" id="{F5BE41A4-25E6-BB17-7AB3-EC8D2F0A14D0}"/>
                      </a:ext>
                    </a:extLst>
                  </p:cNvPr>
                  <p:cNvSpPr txBox="1"/>
                  <p:nvPr/>
                </p:nvSpPr>
                <p:spPr>
                  <a:xfrm>
                    <a:off x="7060912" y="5040335"/>
                    <a:ext cx="1525862" cy="64633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dirty="0"/>
                  </a:p>
                  <a:p>
                    <a:pPr algn="ctr"/>
                    <a:r>
                      <a:rPr lang="en-US" altLang="zh-CN" dirty="0"/>
                      <a:t>(</a:t>
                    </a:r>
                    <a:r>
                      <a:rPr lang="en-US" altLang="zh-CN" dirty="0">
                        <a:solidFill>
                          <a:srgbClr val="00B050"/>
                        </a:solidFill>
                      </a:rPr>
                      <a:t>specular</a:t>
                    </a:r>
                    <a:r>
                      <a:rPr lang="en-US" altLang="zh-CN" dirty="0"/>
                      <a:t>)</a:t>
                    </a:r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0" name="文本框 29">
                    <a:extLst>
                      <a:ext uri="{FF2B5EF4-FFF2-40B4-BE49-F238E27FC236}">
                        <a16:creationId xmlns:a16="http://schemas.microsoft.com/office/drawing/2014/main" id="{F5BE41A4-25E6-BB17-7AB3-EC8D2F0A14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60912" y="5040335"/>
                    <a:ext cx="1525862" cy="64633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3902" r="-4390" b="-3908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文本框 30">
                    <a:extLst>
                      <a:ext uri="{FF2B5EF4-FFF2-40B4-BE49-F238E27FC236}">
                        <a16:creationId xmlns:a16="http://schemas.microsoft.com/office/drawing/2014/main" id="{C161F111-0F79-7DF8-8EA5-1256BFA4DA1C}"/>
                      </a:ext>
                    </a:extLst>
                  </p:cNvPr>
                  <p:cNvSpPr txBox="1"/>
                  <p:nvPr/>
                </p:nvSpPr>
                <p:spPr>
                  <a:xfrm>
                    <a:off x="8586263" y="4456803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1" name="文本框 30">
                    <a:extLst>
                      <a:ext uri="{FF2B5EF4-FFF2-40B4-BE49-F238E27FC236}">
                        <a16:creationId xmlns:a16="http://schemas.microsoft.com/office/drawing/2014/main" id="{CCBF21B8-A157-8A0A-4A1B-80B7399ABB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86263" y="4456803"/>
                    <a:ext cx="558062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文本框 31">
                    <a:extLst>
                      <a:ext uri="{FF2B5EF4-FFF2-40B4-BE49-F238E27FC236}">
                        <a16:creationId xmlns:a16="http://schemas.microsoft.com/office/drawing/2014/main" id="{5A164BF3-C66C-DAD4-45FE-713B130D56EE}"/>
                      </a:ext>
                    </a:extLst>
                  </p:cNvPr>
                  <p:cNvSpPr txBox="1"/>
                  <p:nvPr/>
                </p:nvSpPr>
                <p:spPr>
                  <a:xfrm>
                    <a:off x="8483096" y="5331416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2" name="文本框 31">
                    <a:extLst>
                      <a:ext uri="{FF2B5EF4-FFF2-40B4-BE49-F238E27FC236}">
                        <a16:creationId xmlns:a16="http://schemas.microsoft.com/office/drawing/2014/main" id="{E51F5D28-8AEC-90FB-0AB5-7D3F66EC64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83096" y="5331416"/>
                    <a:ext cx="558062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8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CC29E476-3E12-6D6E-1E31-0D6B4AE72759}"/>
                      </a:ext>
                    </a:extLst>
                  </p:cNvPr>
                  <p:cNvSpPr txBox="1"/>
                  <p:nvPr/>
                </p:nvSpPr>
                <p:spPr>
                  <a:xfrm>
                    <a:off x="9386637" y="4796057"/>
                    <a:ext cx="558062" cy="37818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9A8143DE-08E0-4FD6-34DE-A7BD99ADF5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86637" y="4796057"/>
                    <a:ext cx="558062" cy="37818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48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52235F01-6395-476C-1E0C-8DEDADC643DA}"/>
                      </a:ext>
                    </a:extLst>
                  </p:cNvPr>
                  <p:cNvSpPr txBox="1"/>
                  <p:nvPr/>
                </p:nvSpPr>
                <p:spPr>
                  <a:xfrm>
                    <a:off x="9225010" y="5711456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C2EF20B4-DCCC-1203-8DF1-80ED78DD32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25010" y="5711456"/>
                    <a:ext cx="558062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655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68B2E1F4-9CF5-9336-15F7-E4A0DB62C7C4}"/>
                      </a:ext>
                    </a:extLst>
                  </p:cNvPr>
                  <p:cNvSpPr txBox="1"/>
                  <p:nvPr/>
                </p:nvSpPr>
                <p:spPr>
                  <a:xfrm>
                    <a:off x="10216211" y="5108876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1D648578-C773-1903-4AFF-E74C325B7B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16211" y="5108876"/>
                    <a:ext cx="558062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552E9FAE-DCFC-2DCD-34D8-F5DD23CA8CA7}"/>
                      </a:ext>
                    </a:extLst>
                  </p:cNvPr>
                  <p:cNvSpPr txBox="1"/>
                  <p:nvPr/>
                </p:nvSpPr>
                <p:spPr>
                  <a:xfrm>
                    <a:off x="10126279" y="5959036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FAEC77C9-FFE7-2FD2-2D2C-78595C6099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26279" y="5959036"/>
                    <a:ext cx="558062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8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3FE03A53-1FFF-79A1-88E0-2C399C39883D}"/>
                      </a:ext>
                    </a:extLst>
                  </p:cNvPr>
                  <p:cNvSpPr txBox="1"/>
                  <p:nvPr/>
                </p:nvSpPr>
                <p:spPr>
                  <a:xfrm>
                    <a:off x="10544071" y="5737925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……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208EEAD8-BED4-97E1-8633-D7A78A34BA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44071" y="5737925"/>
                    <a:ext cx="558062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DEAE9F39-6DBA-BF93-43F5-5345D9943DBD}"/>
                      </a:ext>
                    </a:extLst>
                  </p:cNvPr>
                  <p:cNvSpPr txBox="1"/>
                  <p:nvPr/>
                </p:nvSpPr>
                <p:spPr>
                  <a:xfrm>
                    <a:off x="5222744" y="3764142"/>
                    <a:ext cx="204452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+…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97C082F2-483B-FA9D-61E4-8A6B4C399E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2744" y="3764142"/>
                    <a:ext cx="2044528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32FB23F0-7818-37F3-0F15-DE074F5B4CF7}"/>
                      </a:ext>
                    </a:extLst>
                  </p:cNvPr>
                  <p:cNvSpPr txBox="1"/>
                  <p:nvPr/>
                </p:nvSpPr>
                <p:spPr>
                  <a:xfrm>
                    <a:off x="7647800" y="3751106"/>
                    <a:ext cx="938463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3077BE0B-7E7B-9853-2706-BE172C268B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47800" y="3751106"/>
                    <a:ext cx="938463" cy="36933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r="-7143"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19D25D26-D1FD-1221-D099-F7BF02361F70}"/>
                      </a:ext>
                    </a:extLst>
                  </p:cNvPr>
                  <p:cNvSpPr txBox="1"/>
                  <p:nvPr/>
                </p:nvSpPr>
                <p:spPr>
                  <a:xfrm>
                    <a:off x="7090411" y="5817019"/>
                    <a:ext cx="2618076" cy="63998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                  +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𝑖𝑓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𝑖𝑠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𝑙𝑖𝑔h𝑡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𝑠𝑜𝑢𝑟𝑐𝑒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19D25D26-D1FD-1221-D099-F7BF02361F7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90411" y="5817019"/>
                    <a:ext cx="2618076" cy="639983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l="-855" r="-1425" b="-3294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2FA6E6BB-ED6B-CF03-3946-36A9D7BD95E5}"/>
                      </a:ext>
                    </a:extLst>
                  </p:cNvPr>
                  <p:cNvSpPr txBox="1"/>
                  <p:nvPr/>
                </p:nvSpPr>
                <p:spPr>
                  <a:xfrm>
                    <a:off x="9386637" y="4427582"/>
                    <a:ext cx="938463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A813CFA7-6A37-F876-00FE-0F599FDCAC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86637" y="4427582"/>
                    <a:ext cx="938463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r="-7143"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文本框 42">
                    <a:extLst>
                      <a:ext uri="{FF2B5EF4-FFF2-40B4-BE49-F238E27FC236}">
                        <a16:creationId xmlns:a16="http://schemas.microsoft.com/office/drawing/2014/main" id="{47D9C570-B3EB-3469-1081-F020238DE675}"/>
                      </a:ext>
                    </a:extLst>
                  </p:cNvPr>
                  <p:cNvSpPr txBox="1"/>
                  <p:nvPr/>
                </p:nvSpPr>
                <p:spPr>
                  <a:xfrm>
                    <a:off x="10187011" y="4798354"/>
                    <a:ext cx="938463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43" name="文本框 42">
                    <a:extLst>
                      <a:ext uri="{FF2B5EF4-FFF2-40B4-BE49-F238E27FC236}">
                        <a16:creationId xmlns:a16="http://schemas.microsoft.com/office/drawing/2014/main" id="{69CB18C4-4DA1-0C44-FE76-050A473B446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87011" y="4798354"/>
                    <a:ext cx="938463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r="-7792"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E740D8A9-BD38-E73B-C1AC-6A15DFB3E5B6}"/>
                  </a:ext>
                </a:extLst>
              </p:cNvPr>
              <p:cNvCxnSpPr/>
              <p:nvPr/>
            </p:nvCxnSpPr>
            <p:spPr>
              <a:xfrm>
                <a:off x="8176525" y="4826135"/>
                <a:ext cx="306571" cy="329937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C45DBEFF-8097-5DB9-4B7F-1803D88F9C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69412" y="4809873"/>
                <a:ext cx="306571" cy="329937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E1B4B55B-2349-97CB-B403-3663ECE220DF}"/>
                    </a:ext>
                  </a:extLst>
                </p:cNvPr>
                <p:cNvSpPr txBox="1"/>
                <p:nvPr/>
              </p:nvSpPr>
              <p:spPr>
                <a:xfrm>
                  <a:off x="8806867" y="875100"/>
                  <a:ext cx="46181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E1B4B55B-2349-97CB-B403-3663ECE220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06867" y="875100"/>
                  <a:ext cx="461814" cy="369332"/>
                </a:xfrm>
                <a:prstGeom prst="rect">
                  <a:avLst/>
                </a:prstGeom>
                <a:blipFill>
                  <a:blip r:embed="rId26"/>
                  <a:stretch>
                    <a:fillRect b="-16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A562273-3E00-A7F6-0201-90FEDB51287C}"/>
                    </a:ext>
                  </a:extLst>
                </p:cNvPr>
                <p:cNvSpPr txBox="1"/>
                <p:nvPr/>
              </p:nvSpPr>
              <p:spPr>
                <a:xfrm>
                  <a:off x="9449062" y="1128146"/>
                  <a:ext cx="46181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A562273-3E00-A7F6-0201-90FEDB5128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49062" y="1128146"/>
                  <a:ext cx="461814" cy="369332"/>
                </a:xfrm>
                <a:prstGeom prst="rect">
                  <a:avLst/>
                </a:prstGeom>
                <a:blipFill>
                  <a:blip r:embed="rId27"/>
                  <a:stretch>
                    <a:fillRect b="-16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48008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5F361-2055-3990-65A9-2AD04667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A335BBD-408D-1665-7F94-576FEA075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440" y="-159452"/>
            <a:ext cx="3213095" cy="2157364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C7122145-4DFD-5988-71BD-6CF459B928C1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混合两种渲染方程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5CAD51F-10C8-DDED-2D61-FC8C35A675CB}"/>
                  </a:ext>
                </a:extLst>
              </p:cNvPr>
              <p:cNvSpPr txBox="1"/>
              <p:nvPr/>
            </p:nvSpPr>
            <p:spPr>
              <a:xfrm>
                <a:off x="425473" y="1966878"/>
                <a:ext cx="11262629" cy="29261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1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1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altLang="zh-CN" sz="1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  <m:sup>
                                  <m:r>
                                    <a:rPr lang="en-US" altLang="zh-CN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CN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1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140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400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sub>
                                <m:sup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  <m:sup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5CAD51F-10C8-DDED-2D61-FC8C35A67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73" y="1966878"/>
                <a:ext cx="11262629" cy="29261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5EFD17BE-CB4A-D9BB-6257-D980D9971D88}"/>
              </a:ext>
            </a:extLst>
          </p:cNvPr>
          <p:cNvGrpSpPr/>
          <p:nvPr/>
        </p:nvGrpSpPr>
        <p:grpSpPr>
          <a:xfrm>
            <a:off x="7302674" y="-75891"/>
            <a:ext cx="4824398" cy="2211573"/>
            <a:chOff x="7204799" y="23501"/>
            <a:chExt cx="4884695" cy="2239214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FEBAFF31-0CEF-75FE-FD80-C50F2197E9BC}"/>
                </a:ext>
              </a:extLst>
            </p:cNvPr>
            <p:cNvGrpSpPr/>
            <p:nvPr/>
          </p:nvGrpSpPr>
          <p:grpSpPr>
            <a:xfrm>
              <a:off x="7204799" y="23501"/>
              <a:ext cx="4884695" cy="2239214"/>
              <a:chOff x="5222744" y="3751106"/>
              <a:chExt cx="5902730" cy="2705896"/>
            </a:xfrm>
          </p:grpSpPr>
          <p:cxnSp>
            <p:nvCxnSpPr>
              <p:cNvPr id="5" name="直接连接符 4">
                <a:extLst>
                  <a:ext uri="{FF2B5EF4-FFF2-40B4-BE49-F238E27FC236}">
                    <a16:creationId xmlns:a16="http://schemas.microsoft.com/office/drawing/2014/main" id="{6C8FFDCD-1FBE-B27B-0AD0-27CE0EE8E712}"/>
                  </a:ext>
                </a:extLst>
              </p:cNvPr>
              <p:cNvCxnSpPr/>
              <p:nvPr/>
            </p:nvCxnSpPr>
            <p:spPr>
              <a:xfrm>
                <a:off x="6392374" y="4489253"/>
                <a:ext cx="776037" cy="306805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1961A33D-8BD1-0DE3-0AA4-4ED39637B0A0}"/>
                  </a:ext>
                </a:extLst>
              </p:cNvPr>
              <p:cNvCxnSpPr/>
              <p:nvPr/>
            </p:nvCxnSpPr>
            <p:spPr>
              <a:xfrm>
                <a:off x="7168411" y="4796058"/>
                <a:ext cx="776037" cy="306805"/>
              </a:xfrm>
              <a:prstGeom prst="line">
                <a:avLst/>
              </a:prstGeom>
              <a:ln w="38100"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49323BFB-1C76-0431-EB50-A02ACFA870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68411" y="4542463"/>
                <a:ext cx="774162" cy="253594"/>
              </a:xfrm>
              <a:prstGeom prst="line">
                <a:avLst/>
              </a:prstGeom>
              <a:ln w="38100">
                <a:solidFill>
                  <a:srgbClr val="FFC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4591119A-556E-6424-FA67-2668C583A8FD}"/>
                  </a:ext>
                </a:extLst>
              </p:cNvPr>
              <p:cNvCxnSpPr/>
              <p:nvPr/>
            </p:nvCxnSpPr>
            <p:spPr>
              <a:xfrm>
                <a:off x="7944448" y="5102863"/>
                <a:ext cx="776037" cy="306805"/>
              </a:xfrm>
              <a:prstGeom prst="line">
                <a:avLst/>
              </a:prstGeom>
              <a:ln w="38100"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B6C36149-FD6C-3A8F-AA1E-69FE9A9BFC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44448" y="4849267"/>
                <a:ext cx="776037" cy="253596"/>
              </a:xfrm>
              <a:prstGeom prst="line">
                <a:avLst/>
              </a:prstGeom>
              <a:ln w="38100">
                <a:solidFill>
                  <a:srgbClr val="FFC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185AB813-022C-4CB4-7ED0-A34D82965AC1}"/>
                  </a:ext>
                </a:extLst>
              </p:cNvPr>
              <p:cNvCxnSpPr/>
              <p:nvPr/>
            </p:nvCxnSpPr>
            <p:spPr>
              <a:xfrm>
                <a:off x="8720485" y="5409668"/>
                <a:ext cx="776037" cy="306805"/>
              </a:xfrm>
              <a:prstGeom prst="line">
                <a:avLst/>
              </a:prstGeom>
              <a:ln w="38100"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6EAFAFD5-1606-A0D1-7E89-A85F5A75F5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20485" y="5156072"/>
                <a:ext cx="776037" cy="253596"/>
              </a:xfrm>
              <a:prstGeom prst="line">
                <a:avLst/>
              </a:prstGeom>
              <a:ln w="38100">
                <a:solidFill>
                  <a:srgbClr val="FFC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188A8197-5148-D0B4-0551-8D04E2BD0B72}"/>
                  </a:ext>
                </a:extLst>
              </p:cNvPr>
              <p:cNvCxnSpPr/>
              <p:nvPr/>
            </p:nvCxnSpPr>
            <p:spPr>
              <a:xfrm>
                <a:off x="9496522" y="5711457"/>
                <a:ext cx="776037" cy="306805"/>
              </a:xfrm>
              <a:prstGeom prst="line">
                <a:avLst/>
              </a:prstGeom>
              <a:ln w="38100"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0F68EB0F-B7F8-DFEB-714A-F23847ACBA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496522" y="5457861"/>
                <a:ext cx="776037" cy="253596"/>
              </a:xfrm>
              <a:prstGeom prst="line">
                <a:avLst/>
              </a:prstGeom>
              <a:ln w="38100">
                <a:solidFill>
                  <a:srgbClr val="FFC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F9AFDFED-0FE3-780E-317A-354B5359C0D9}"/>
                      </a:ext>
                    </a:extLst>
                  </p:cNvPr>
                  <p:cNvSpPr txBox="1"/>
                  <p:nvPr/>
                </p:nvSpPr>
                <p:spPr>
                  <a:xfrm>
                    <a:off x="5943300" y="4255629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4EC0AFC5-A53C-7175-EE94-FD6FE105C9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43300" y="4255629"/>
                    <a:ext cx="558062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文本框 27">
                    <a:extLst>
                      <a:ext uri="{FF2B5EF4-FFF2-40B4-BE49-F238E27FC236}">
                        <a16:creationId xmlns:a16="http://schemas.microsoft.com/office/drawing/2014/main" id="{5F7DB061-D227-892D-5011-DACCFF15568B}"/>
                      </a:ext>
                    </a:extLst>
                  </p:cNvPr>
                  <p:cNvSpPr txBox="1"/>
                  <p:nvPr/>
                </p:nvSpPr>
                <p:spPr>
                  <a:xfrm>
                    <a:off x="6795472" y="4733531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8" name="文本框 27">
                    <a:extLst>
                      <a:ext uri="{FF2B5EF4-FFF2-40B4-BE49-F238E27FC236}">
                        <a16:creationId xmlns:a16="http://schemas.microsoft.com/office/drawing/2014/main" id="{F2577CEC-13DD-A5BE-A401-C8CAAE0B12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95472" y="4733531"/>
                    <a:ext cx="558062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文本框 28">
                    <a:extLst>
                      <a:ext uri="{FF2B5EF4-FFF2-40B4-BE49-F238E27FC236}">
                        <a16:creationId xmlns:a16="http://schemas.microsoft.com/office/drawing/2014/main" id="{500EF683-F24F-4EF4-82A3-F9666EB6DA79}"/>
                      </a:ext>
                    </a:extLst>
                  </p:cNvPr>
                  <p:cNvSpPr txBox="1"/>
                  <p:nvPr/>
                </p:nvSpPr>
                <p:spPr>
                  <a:xfrm>
                    <a:off x="7618463" y="4096381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9" name="文本框 28">
                    <a:extLst>
                      <a:ext uri="{FF2B5EF4-FFF2-40B4-BE49-F238E27FC236}">
                        <a16:creationId xmlns:a16="http://schemas.microsoft.com/office/drawing/2014/main" id="{B5CC0EBD-ED9F-46A0-8E2F-BDEAF78480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18463" y="4096381"/>
                    <a:ext cx="558062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655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文本框 29">
                    <a:extLst>
                      <a:ext uri="{FF2B5EF4-FFF2-40B4-BE49-F238E27FC236}">
                        <a16:creationId xmlns:a16="http://schemas.microsoft.com/office/drawing/2014/main" id="{8921D3EC-DF15-60D2-BE47-B1319E752AF4}"/>
                      </a:ext>
                    </a:extLst>
                  </p:cNvPr>
                  <p:cNvSpPr txBox="1"/>
                  <p:nvPr/>
                </p:nvSpPr>
                <p:spPr>
                  <a:xfrm>
                    <a:off x="7060912" y="5040335"/>
                    <a:ext cx="1525862" cy="64633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dirty="0"/>
                  </a:p>
                  <a:p>
                    <a:pPr algn="ctr"/>
                    <a:r>
                      <a:rPr lang="en-US" altLang="zh-CN" dirty="0"/>
                      <a:t>(</a:t>
                    </a:r>
                    <a:r>
                      <a:rPr lang="en-US" altLang="zh-CN" dirty="0">
                        <a:solidFill>
                          <a:srgbClr val="00B050"/>
                        </a:solidFill>
                      </a:rPr>
                      <a:t>specular</a:t>
                    </a:r>
                    <a:r>
                      <a:rPr lang="en-US" altLang="zh-CN" dirty="0"/>
                      <a:t>)</a:t>
                    </a:r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0" name="文本框 29">
                    <a:extLst>
                      <a:ext uri="{FF2B5EF4-FFF2-40B4-BE49-F238E27FC236}">
                        <a16:creationId xmlns:a16="http://schemas.microsoft.com/office/drawing/2014/main" id="{8921D3EC-DF15-60D2-BE47-B1319E752AF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60912" y="5040335"/>
                    <a:ext cx="1525862" cy="64633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3902" r="-4390" b="-3908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文本框 30">
                    <a:extLst>
                      <a:ext uri="{FF2B5EF4-FFF2-40B4-BE49-F238E27FC236}">
                        <a16:creationId xmlns:a16="http://schemas.microsoft.com/office/drawing/2014/main" id="{8A00507F-9155-731E-6632-BF8FDF1B507C}"/>
                      </a:ext>
                    </a:extLst>
                  </p:cNvPr>
                  <p:cNvSpPr txBox="1"/>
                  <p:nvPr/>
                </p:nvSpPr>
                <p:spPr>
                  <a:xfrm>
                    <a:off x="8586263" y="4456803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1" name="文本框 30">
                    <a:extLst>
                      <a:ext uri="{FF2B5EF4-FFF2-40B4-BE49-F238E27FC236}">
                        <a16:creationId xmlns:a16="http://schemas.microsoft.com/office/drawing/2014/main" id="{CCBF21B8-A157-8A0A-4A1B-80B7399ABB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86263" y="4456803"/>
                    <a:ext cx="558062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文本框 31">
                    <a:extLst>
                      <a:ext uri="{FF2B5EF4-FFF2-40B4-BE49-F238E27FC236}">
                        <a16:creationId xmlns:a16="http://schemas.microsoft.com/office/drawing/2014/main" id="{5175F53F-50F2-7E8D-2837-C19696B9B5F8}"/>
                      </a:ext>
                    </a:extLst>
                  </p:cNvPr>
                  <p:cNvSpPr txBox="1"/>
                  <p:nvPr/>
                </p:nvSpPr>
                <p:spPr>
                  <a:xfrm>
                    <a:off x="8483096" y="5331416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2" name="文本框 31">
                    <a:extLst>
                      <a:ext uri="{FF2B5EF4-FFF2-40B4-BE49-F238E27FC236}">
                        <a16:creationId xmlns:a16="http://schemas.microsoft.com/office/drawing/2014/main" id="{E51F5D28-8AEC-90FB-0AB5-7D3F66EC64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83096" y="5331416"/>
                    <a:ext cx="558062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8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76FA37B0-AE2C-D51B-C7F7-A00E30856BDF}"/>
                      </a:ext>
                    </a:extLst>
                  </p:cNvPr>
                  <p:cNvSpPr txBox="1"/>
                  <p:nvPr/>
                </p:nvSpPr>
                <p:spPr>
                  <a:xfrm>
                    <a:off x="9386637" y="4796057"/>
                    <a:ext cx="558062" cy="37818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9A8143DE-08E0-4FD6-34DE-A7BD99ADF5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86637" y="4796057"/>
                    <a:ext cx="558062" cy="37818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48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B824C46D-22E3-DF2D-493D-0F5C109D280E}"/>
                      </a:ext>
                    </a:extLst>
                  </p:cNvPr>
                  <p:cNvSpPr txBox="1"/>
                  <p:nvPr/>
                </p:nvSpPr>
                <p:spPr>
                  <a:xfrm>
                    <a:off x="9225010" y="5711456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C2EF20B4-DCCC-1203-8DF1-80ED78DD32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25010" y="5711456"/>
                    <a:ext cx="558062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655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12FCC898-87D8-59E1-3F00-FE593A3988B6}"/>
                      </a:ext>
                    </a:extLst>
                  </p:cNvPr>
                  <p:cNvSpPr txBox="1"/>
                  <p:nvPr/>
                </p:nvSpPr>
                <p:spPr>
                  <a:xfrm>
                    <a:off x="10216211" y="5108876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1D648578-C773-1903-4AFF-E74C325B7B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16211" y="5108876"/>
                    <a:ext cx="558062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2686B196-1E6B-CB80-C3AD-BA89F4EA905F}"/>
                      </a:ext>
                    </a:extLst>
                  </p:cNvPr>
                  <p:cNvSpPr txBox="1"/>
                  <p:nvPr/>
                </p:nvSpPr>
                <p:spPr>
                  <a:xfrm>
                    <a:off x="10126279" y="5959036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FAEC77C9-FFE7-2FD2-2D2C-78595C6099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26279" y="5959036"/>
                    <a:ext cx="558062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8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CF9A72D0-3BE9-BF4D-201D-65D57FDC0C2C}"/>
                      </a:ext>
                    </a:extLst>
                  </p:cNvPr>
                  <p:cNvSpPr txBox="1"/>
                  <p:nvPr/>
                </p:nvSpPr>
                <p:spPr>
                  <a:xfrm>
                    <a:off x="10544071" y="5737925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……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208EEAD8-BED4-97E1-8633-D7A78A34BA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44071" y="5737925"/>
                    <a:ext cx="558062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30D0586C-F5E4-0491-3491-C14377F9E7BE}"/>
                      </a:ext>
                    </a:extLst>
                  </p:cNvPr>
                  <p:cNvSpPr txBox="1"/>
                  <p:nvPr/>
                </p:nvSpPr>
                <p:spPr>
                  <a:xfrm>
                    <a:off x="5222744" y="3764142"/>
                    <a:ext cx="204452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+…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97C082F2-483B-FA9D-61E4-8A6B4C399E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2744" y="3764142"/>
                    <a:ext cx="2044528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43CB5C8-AA4E-5B1D-41ED-BD4CA63F471B}"/>
                      </a:ext>
                    </a:extLst>
                  </p:cNvPr>
                  <p:cNvSpPr txBox="1"/>
                  <p:nvPr/>
                </p:nvSpPr>
                <p:spPr>
                  <a:xfrm>
                    <a:off x="7647800" y="3751106"/>
                    <a:ext cx="938463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3077BE0B-7E7B-9853-2706-BE172C268B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47800" y="3751106"/>
                    <a:ext cx="938463" cy="36933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r="-7143"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296BA943-BAAF-2F72-4FCA-EE6D21A44346}"/>
                      </a:ext>
                    </a:extLst>
                  </p:cNvPr>
                  <p:cNvSpPr txBox="1"/>
                  <p:nvPr/>
                </p:nvSpPr>
                <p:spPr>
                  <a:xfrm>
                    <a:off x="7090411" y="5817019"/>
                    <a:ext cx="2618076" cy="63998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                  +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𝑖𝑓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𝑖𝑠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𝑙𝑖𝑔h𝑡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𝑠𝑜𝑢𝑟𝑐𝑒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296BA943-BAAF-2F72-4FCA-EE6D21A443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90411" y="5817019"/>
                    <a:ext cx="2618076" cy="639983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l="-855" r="-1425" b="-3294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812497D5-BE80-4985-61B8-003827DD6636}"/>
                      </a:ext>
                    </a:extLst>
                  </p:cNvPr>
                  <p:cNvSpPr txBox="1"/>
                  <p:nvPr/>
                </p:nvSpPr>
                <p:spPr>
                  <a:xfrm>
                    <a:off x="9386637" y="4427582"/>
                    <a:ext cx="938463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A813CFA7-6A37-F876-00FE-0F599FDCAC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86637" y="4427582"/>
                    <a:ext cx="938463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r="-7143"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文本框 42">
                    <a:extLst>
                      <a:ext uri="{FF2B5EF4-FFF2-40B4-BE49-F238E27FC236}">
                        <a16:creationId xmlns:a16="http://schemas.microsoft.com/office/drawing/2014/main" id="{F2B42ABC-6FB2-F07E-8DDB-457B92A33574}"/>
                      </a:ext>
                    </a:extLst>
                  </p:cNvPr>
                  <p:cNvSpPr txBox="1"/>
                  <p:nvPr/>
                </p:nvSpPr>
                <p:spPr>
                  <a:xfrm>
                    <a:off x="10187011" y="4798354"/>
                    <a:ext cx="938463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43" name="文本框 42">
                    <a:extLst>
                      <a:ext uri="{FF2B5EF4-FFF2-40B4-BE49-F238E27FC236}">
                        <a16:creationId xmlns:a16="http://schemas.microsoft.com/office/drawing/2014/main" id="{69CB18C4-4DA1-0C44-FE76-050A473B446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87011" y="4798354"/>
                    <a:ext cx="938463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r="-7792"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1E88675A-29FA-F295-67B6-249AC0122B36}"/>
                  </a:ext>
                </a:extLst>
              </p:cNvPr>
              <p:cNvCxnSpPr/>
              <p:nvPr/>
            </p:nvCxnSpPr>
            <p:spPr>
              <a:xfrm>
                <a:off x="8176525" y="4826135"/>
                <a:ext cx="306571" cy="329937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BFDF83C7-94BB-FAE6-83E2-9113F7F452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69412" y="4809873"/>
                <a:ext cx="306571" cy="329937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D70AAFFA-1D7B-9636-B2C3-779FBB59E420}"/>
                    </a:ext>
                  </a:extLst>
                </p:cNvPr>
                <p:cNvSpPr txBox="1"/>
                <p:nvPr/>
              </p:nvSpPr>
              <p:spPr>
                <a:xfrm>
                  <a:off x="8806867" y="875100"/>
                  <a:ext cx="46181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D70AAFFA-1D7B-9636-B2C3-779FBB59E4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06867" y="875100"/>
                  <a:ext cx="461814" cy="369332"/>
                </a:xfrm>
                <a:prstGeom prst="rect">
                  <a:avLst/>
                </a:prstGeom>
                <a:blipFill>
                  <a:blip r:embed="rId26"/>
                  <a:stretch>
                    <a:fillRect b="-16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4C5EEC08-C16A-1CFA-A8F6-8B09C0ED6391}"/>
                    </a:ext>
                  </a:extLst>
                </p:cNvPr>
                <p:cNvSpPr txBox="1"/>
                <p:nvPr/>
              </p:nvSpPr>
              <p:spPr>
                <a:xfrm>
                  <a:off x="9449062" y="1128146"/>
                  <a:ext cx="46181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4C5EEC08-C16A-1CFA-A8F6-8B09C0ED63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49062" y="1128146"/>
                  <a:ext cx="461814" cy="369332"/>
                </a:xfrm>
                <a:prstGeom prst="rect">
                  <a:avLst/>
                </a:prstGeom>
                <a:blipFill>
                  <a:blip r:embed="rId27"/>
                  <a:stretch>
                    <a:fillRect b="-16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876AD02-7CE7-7B1A-9A45-58D22A91F7A3}"/>
                  </a:ext>
                </a:extLst>
              </p:cNvPr>
              <p:cNvSpPr txBox="1"/>
              <p:nvPr/>
            </p:nvSpPr>
            <p:spPr>
              <a:xfrm>
                <a:off x="-36212" y="5245387"/>
                <a:ext cx="11876241" cy="14346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8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f>
                        <m:fPr>
                          <m:ctrlPr>
                            <a:rPr lang="en-US" altLang="zh-CN" sz="1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  <m:sup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8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8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800" b="1" i="1" dirty="0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800" b="1" i="1" dirty="0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  <m:sup>
                                  <m:r>
                                    <a:rPr lang="en-US" altLang="zh-CN" sz="1800" b="1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8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800" b="1" i="1" dirty="0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800" b="1" i="1" dirty="0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  <m:sup>
                                  <m:r>
                                    <a:rPr lang="en-US" altLang="zh-CN" sz="1800" b="1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  <m:r>
                        <a:rPr lang="en-US" altLang="zh-CN" sz="18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  <m:sup>
                              <m: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=1,  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sub>
                                  </m:sSub>
                                </m:e>
                              </m:d>
                              <m:func>
                                <m:func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dirty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num>
                            <m:den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𝑝𝑑𝑓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876AD02-7CE7-7B1A-9A45-58D22A91F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212" y="5245387"/>
                <a:ext cx="11876241" cy="143462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4782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F21C2-5814-B393-DC78-97BC21031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CB02918-07E3-E81A-73A2-6CBF5C423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1876" y="-83886"/>
            <a:ext cx="3213095" cy="2157364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AE9BEF79-40B2-44C8-C545-21B602E0DA59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路径追踪流程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E0971B5-5016-9F13-B7D6-DC842A6BB0FA}"/>
              </a:ext>
            </a:extLst>
          </p:cNvPr>
          <p:cNvGrpSpPr/>
          <p:nvPr/>
        </p:nvGrpSpPr>
        <p:grpSpPr>
          <a:xfrm>
            <a:off x="6096000" y="2752108"/>
            <a:ext cx="5738172" cy="2630460"/>
            <a:chOff x="7204799" y="23501"/>
            <a:chExt cx="4884695" cy="2239214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FDF7F3A6-2EA0-9B3D-2E25-E55A457FE016}"/>
                </a:ext>
              </a:extLst>
            </p:cNvPr>
            <p:cNvGrpSpPr/>
            <p:nvPr/>
          </p:nvGrpSpPr>
          <p:grpSpPr>
            <a:xfrm>
              <a:off x="7204799" y="23501"/>
              <a:ext cx="4884695" cy="2239214"/>
              <a:chOff x="5222744" y="3751106"/>
              <a:chExt cx="5902730" cy="2705896"/>
            </a:xfrm>
          </p:grpSpPr>
          <p:cxnSp>
            <p:nvCxnSpPr>
              <p:cNvPr id="5" name="直接连接符 4">
                <a:extLst>
                  <a:ext uri="{FF2B5EF4-FFF2-40B4-BE49-F238E27FC236}">
                    <a16:creationId xmlns:a16="http://schemas.microsoft.com/office/drawing/2014/main" id="{FADEC0AB-D0AA-81EC-E670-D6D2388054F5}"/>
                  </a:ext>
                </a:extLst>
              </p:cNvPr>
              <p:cNvCxnSpPr/>
              <p:nvPr/>
            </p:nvCxnSpPr>
            <p:spPr>
              <a:xfrm>
                <a:off x="6392374" y="4489253"/>
                <a:ext cx="776037" cy="306805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5E0CE7A6-59DA-6B65-DCAD-C46993A57BE0}"/>
                  </a:ext>
                </a:extLst>
              </p:cNvPr>
              <p:cNvCxnSpPr/>
              <p:nvPr/>
            </p:nvCxnSpPr>
            <p:spPr>
              <a:xfrm>
                <a:off x="7168411" y="4796058"/>
                <a:ext cx="776037" cy="306805"/>
              </a:xfrm>
              <a:prstGeom prst="line">
                <a:avLst/>
              </a:prstGeom>
              <a:ln w="38100"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522026A7-E685-5E0A-A388-E26D0E117B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68411" y="4542463"/>
                <a:ext cx="774162" cy="253594"/>
              </a:xfrm>
              <a:prstGeom prst="line">
                <a:avLst/>
              </a:prstGeom>
              <a:ln w="38100">
                <a:solidFill>
                  <a:srgbClr val="FFC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024B502E-612F-3204-FC7A-189B75FFAE31}"/>
                  </a:ext>
                </a:extLst>
              </p:cNvPr>
              <p:cNvCxnSpPr/>
              <p:nvPr/>
            </p:nvCxnSpPr>
            <p:spPr>
              <a:xfrm>
                <a:off x="7944448" y="5102863"/>
                <a:ext cx="776037" cy="306805"/>
              </a:xfrm>
              <a:prstGeom prst="line">
                <a:avLst/>
              </a:prstGeom>
              <a:ln w="38100"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570D5C4C-E441-90D7-0565-74C097FA7C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44448" y="4849267"/>
                <a:ext cx="776037" cy="253596"/>
              </a:xfrm>
              <a:prstGeom prst="line">
                <a:avLst/>
              </a:prstGeom>
              <a:ln w="38100">
                <a:solidFill>
                  <a:srgbClr val="FFC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F318E903-DD04-E685-2482-478F53DFC148}"/>
                  </a:ext>
                </a:extLst>
              </p:cNvPr>
              <p:cNvCxnSpPr/>
              <p:nvPr/>
            </p:nvCxnSpPr>
            <p:spPr>
              <a:xfrm>
                <a:off x="8720485" y="5409668"/>
                <a:ext cx="776037" cy="306805"/>
              </a:xfrm>
              <a:prstGeom prst="line">
                <a:avLst/>
              </a:prstGeom>
              <a:ln w="38100"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CD38A251-2855-C48C-93C0-B93A2CA8B8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20485" y="5156072"/>
                <a:ext cx="776037" cy="253596"/>
              </a:xfrm>
              <a:prstGeom prst="line">
                <a:avLst/>
              </a:prstGeom>
              <a:ln w="38100">
                <a:solidFill>
                  <a:srgbClr val="FFC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5516A768-7BFB-AE4B-7F4A-A6021C30B918}"/>
                  </a:ext>
                </a:extLst>
              </p:cNvPr>
              <p:cNvCxnSpPr/>
              <p:nvPr/>
            </p:nvCxnSpPr>
            <p:spPr>
              <a:xfrm>
                <a:off x="9496522" y="5711457"/>
                <a:ext cx="776037" cy="306805"/>
              </a:xfrm>
              <a:prstGeom prst="line">
                <a:avLst/>
              </a:prstGeom>
              <a:ln w="38100"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5A1A0FE7-9C91-A6C0-B2F7-1B11B41A003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496522" y="5457861"/>
                <a:ext cx="776037" cy="253596"/>
              </a:xfrm>
              <a:prstGeom prst="line">
                <a:avLst/>
              </a:prstGeom>
              <a:ln w="38100">
                <a:solidFill>
                  <a:srgbClr val="FFC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834B6328-0A4E-01ED-F5FB-2CF46E240128}"/>
                      </a:ext>
                    </a:extLst>
                  </p:cNvPr>
                  <p:cNvSpPr txBox="1"/>
                  <p:nvPr/>
                </p:nvSpPr>
                <p:spPr>
                  <a:xfrm>
                    <a:off x="5943300" y="4255629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4EC0AFC5-A53C-7175-EE94-FD6FE105C9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43300" y="4255629"/>
                    <a:ext cx="558062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文本框 27">
                    <a:extLst>
                      <a:ext uri="{FF2B5EF4-FFF2-40B4-BE49-F238E27FC236}">
                        <a16:creationId xmlns:a16="http://schemas.microsoft.com/office/drawing/2014/main" id="{BCC9A05A-7468-A131-E072-7247D85217EF}"/>
                      </a:ext>
                    </a:extLst>
                  </p:cNvPr>
                  <p:cNvSpPr txBox="1"/>
                  <p:nvPr/>
                </p:nvSpPr>
                <p:spPr>
                  <a:xfrm>
                    <a:off x="6795472" y="4733531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8" name="文本框 27">
                    <a:extLst>
                      <a:ext uri="{FF2B5EF4-FFF2-40B4-BE49-F238E27FC236}">
                        <a16:creationId xmlns:a16="http://schemas.microsoft.com/office/drawing/2014/main" id="{F2577CEC-13DD-A5BE-A401-C8CAAE0B12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95472" y="4733531"/>
                    <a:ext cx="558062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文本框 28">
                    <a:extLst>
                      <a:ext uri="{FF2B5EF4-FFF2-40B4-BE49-F238E27FC236}">
                        <a16:creationId xmlns:a16="http://schemas.microsoft.com/office/drawing/2014/main" id="{6627F9FD-5244-3193-7C43-91230EE056D2}"/>
                      </a:ext>
                    </a:extLst>
                  </p:cNvPr>
                  <p:cNvSpPr txBox="1"/>
                  <p:nvPr/>
                </p:nvSpPr>
                <p:spPr>
                  <a:xfrm>
                    <a:off x="7618463" y="4096381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9" name="文本框 28">
                    <a:extLst>
                      <a:ext uri="{FF2B5EF4-FFF2-40B4-BE49-F238E27FC236}">
                        <a16:creationId xmlns:a16="http://schemas.microsoft.com/office/drawing/2014/main" id="{B5CC0EBD-ED9F-46A0-8E2F-BDEAF78480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18463" y="4096381"/>
                    <a:ext cx="558062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655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文本框 29">
                    <a:extLst>
                      <a:ext uri="{FF2B5EF4-FFF2-40B4-BE49-F238E27FC236}">
                        <a16:creationId xmlns:a16="http://schemas.microsoft.com/office/drawing/2014/main" id="{27E34342-F159-A96C-2D1C-B70904C0C1E3}"/>
                      </a:ext>
                    </a:extLst>
                  </p:cNvPr>
                  <p:cNvSpPr txBox="1"/>
                  <p:nvPr/>
                </p:nvSpPr>
                <p:spPr>
                  <a:xfrm>
                    <a:off x="7060912" y="5040335"/>
                    <a:ext cx="1525862" cy="64633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dirty="0"/>
                  </a:p>
                  <a:p>
                    <a:pPr algn="ctr"/>
                    <a:r>
                      <a:rPr lang="en-US" altLang="zh-CN" dirty="0"/>
                      <a:t>(</a:t>
                    </a:r>
                    <a:r>
                      <a:rPr lang="en-US" altLang="zh-CN" dirty="0">
                        <a:solidFill>
                          <a:srgbClr val="00B050"/>
                        </a:solidFill>
                      </a:rPr>
                      <a:t>specular</a:t>
                    </a:r>
                    <a:r>
                      <a:rPr lang="en-US" altLang="zh-CN" dirty="0"/>
                      <a:t>)</a:t>
                    </a:r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0" name="文本框 29">
                    <a:extLst>
                      <a:ext uri="{FF2B5EF4-FFF2-40B4-BE49-F238E27FC236}">
                        <a16:creationId xmlns:a16="http://schemas.microsoft.com/office/drawing/2014/main" id="{27E34342-F159-A96C-2D1C-B70904C0C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60912" y="5040335"/>
                    <a:ext cx="1525862" cy="64633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1747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文本框 30">
                    <a:extLst>
                      <a:ext uri="{FF2B5EF4-FFF2-40B4-BE49-F238E27FC236}">
                        <a16:creationId xmlns:a16="http://schemas.microsoft.com/office/drawing/2014/main" id="{724C3060-FDAD-4423-992F-54E992A95EF3}"/>
                      </a:ext>
                    </a:extLst>
                  </p:cNvPr>
                  <p:cNvSpPr txBox="1"/>
                  <p:nvPr/>
                </p:nvSpPr>
                <p:spPr>
                  <a:xfrm>
                    <a:off x="8586263" y="4456803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1" name="文本框 30">
                    <a:extLst>
                      <a:ext uri="{FF2B5EF4-FFF2-40B4-BE49-F238E27FC236}">
                        <a16:creationId xmlns:a16="http://schemas.microsoft.com/office/drawing/2014/main" id="{CCBF21B8-A157-8A0A-4A1B-80B7399ABB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86263" y="4456803"/>
                    <a:ext cx="558062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文本框 31">
                    <a:extLst>
                      <a:ext uri="{FF2B5EF4-FFF2-40B4-BE49-F238E27FC236}">
                        <a16:creationId xmlns:a16="http://schemas.microsoft.com/office/drawing/2014/main" id="{B9166954-8E3E-25D1-4310-4FEE81735B2D}"/>
                      </a:ext>
                    </a:extLst>
                  </p:cNvPr>
                  <p:cNvSpPr txBox="1"/>
                  <p:nvPr/>
                </p:nvSpPr>
                <p:spPr>
                  <a:xfrm>
                    <a:off x="8483096" y="5331416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2" name="文本框 31">
                    <a:extLst>
                      <a:ext uri="{FF2B5EF4-FFF2-40B4-BE49-F238E27FC236}">
                        <a16:creationId xmlns:a16="http://schemas.microsoft.com/office/drawing/2014/main" id="{E51F5D28-8AEC-90FB-0AB5-7D3F66EC64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83096" y="5331416"/>
                    <a:ext cx="558062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8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1EB61321-B33B-0DEF-1E55-E1F8B6DC1677}"/>
                      </a:ext>
                    </a:extLst>
                  </p:cNvPr>
                  <p:cNvSpPr txBox="1"/>
                  <p:nvPr/>
                </p:nvSpPr>
                <p:spPr>
                  <a:xfrm>
                    <a:off x="9386637" y="4796057"/>
                    <a:ext cx="558062" cy="37818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9A8143DE-08E0-4FD6-34DE-A7BD99ADF5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86637" y="4796057"/>
                    <a:ext cx="558062" cy="37818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48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C034627E-E1CF-7826-F167-89ADE8A08926}"/>
                      </a:ext>
                    </a:extLst>
                  </p:cNvPr>
                  <p:cNvSpPr txBox="1"/>
                  <p:nvPr/>
                </p:nvSpPr>
                <p:spPr>
                  <a:xfrm>
                    <a:off x="9225010" y="5711456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C2EF20B4-DCCC-1203-8DF1-80ED78DD32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25010" y="5711456"/>
                    <a:ext cx="558062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655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B016DCE0-8217-FA54-322A-4AED7140823D}"/>
                      </a:ext>
                    </a:extLst>
                  </p:cNvPr>
                  <p:cNvSpPr txBox="1"/>
                  <p:nvPr/>
                </p:nvSpPr>
                <p:spPr>
                  <a:xfrm>
                    <a:off x="10216211" y="5108876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1D648578-C773-1903-4AFF-E74C325B7B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16211" y="5108876"/>
                    <a:ext cx="558062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75407EB-819C-880A-6A54-56A381563816}"/>
                      </a:ext>
                    </a:extLst>
                  </p:cNvPr>
                  <p:cNvSpPr txBox="1"/>
                  <p:nvPr/>
                </p:nvSpPr>
                <p:spPr>
                  <a:xfrm>
                    <a:off x="10126279" y="5959036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FAEC77C9-FFE7-2FD2-2D2C-78595C6099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26279" y="5959036"/>
                    <a:ext cx="558062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8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AFF13C3C-F330-6A6B-333E-C97A656C2DF3}"/>
                      </a:ext>
                    </a:extLst>
                  </p:cNvPr>
                  <p:cNvSpPr txBox="1"/>
                  <p:nvPr/>
                </p:nvSpPr>
                <p:spPr>
                  <a:xfrm>
                    <a:off x="10544071" y="5737925"/>
                    <a:ext cx="55806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……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208EEAD8-BED4-97E1-8633-D7A78A34BA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44071" y="5737925"/>
                    <a:ext cx="558062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C63389B2-FD44-3F7A-C12E-315A425ABE1F}"/>
                      </a:ext>
                    </a:extLst>
                  </p:cNvPr>
                  <p:cNvSpPr txBox="1"/>
                  <p:nvPr/>
                </p:nvSpPr>
                <p:spPr>
                  <a:xfrm>
                    <a:off x="5222744" y="3764142"/>
                    <a:ext cx="204452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+…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97C082F2-483B-FA9D-61E4-8A6B4C399E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2744" y="3764142"/>
                    <a:ext cx="2044528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07AAA780-F0A2-13F1-EDBC-E1AA89BA1AC3}"/>
                      </a:ext>
                    </a:extLst>
                  </p:cNvPr>
                  <p:cNvSpPr txBox="1"/>
                  <p:nvPr/>
                </p:nvSpPr>
                <p:spPr>
                  <a:xfrm>
                    <a:off x="7647800" y="3751106"/>
                    <a:ext cx="938463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3077BE0B-7E7B-9853-2706-BE172C268B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47800" y="3751106"/>
                    <a:ext cx="938463" cy="36933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r="-7143"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CC5EB2E4-FB8E-E5C7-F7EC-39F9512071C0}"/>
                      </a:ext>
                    </a:extLst>
                  </p:cNvPr>
                  <p:cNvSpPr txBox="1"/>
                  <p:nvPr/>
                </p:nvSpPr>
                <p:spPr>
                  <a:xfrm>
                    <a:off x="7090411" y="5817019"/>
                    <a:ext cx="2618076" cy="63998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                  +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𝑖𝑓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𝑖𝑠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𝑙𝑖𝑔h𝑡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𝑠𝑜𝑢𝑟𝑐𝑒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CC5EB2E4-FB8E-E5C7-F7EC-39F9512071C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90411" y="5817019"/>
                    <a:ext cx="2618076" cy="639983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b="-1078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0DAE7CCE-AEAB-F6FB-A967-06D554BA980D}"/>
                      </a:ext>
                    </a:extLst>
                  </p:cNvPr>
                  <p:cNvSpPr txBox="1"/>
                  <p:nvPr/>
                </p:nvSpPr>
                <p:spPr>
                  <a:xfrm>
                    <a:off x="9386637" y="4427582"/>
                    <a:ext cx="938463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A813CFA7-6A37-F876-00FE-0F599FDCAC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86637" y="4427582"/>
                    <a:ext cx="938463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r="-7143"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文本框 42">
                    <a:extLst>
                      <a:ext uri="{FF2B5EF4-FFF2-40B4-BE49-F238E27FC236}">
                        <a16:creationId xmlns:a16="http://schemas.microsoft.com/office/drawing/2014/main" id="{3D9271D8-CE50-F4A6-2A3D-CFD08FECD52A}"/>
                      </a:ext>
                    </a:extLst>
                  </p:cNvPr>
                  <p:cNvSpPr txBox="1"/>
                  <p:nvPr/>
                </p:nvSpPr>
                <p:spPr>
                  <a:xfrm>
                    <a:off x="10187011" y="4798354"/>
                    <a:ext cx="938463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43" name="文本框 42">
                    <a:extLst>
                      <a:ext uri="{FF2B5EF4-FFF2-40B4-BE49-F238E27FC236}">
                        <a16:creationId xmlns:a16="http://schemas.microsoft.com/office/drawing/2014/main" id="{69CB18C4-4DA1-0C44-FE76-050A473B446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87011" y="4798354"/>
                    <a:ext cx="938463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r="-7792"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3FE9DF89-78E3-6345-8AD5-CB037E1FDEE5}"/>
                  </a:ext>
                </a:extLst>
              </p:cNvPr>
              <p:cNvCxnSpPr/>
              <p:nvPr/>
            </p:nvCxnSpPr>
            <p:spPr>
              <a:xfrm>
                <a:off x="8176525" y="4826135"/>
                <a:ext cx="306571" cy="329937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C4B3C4B1-AB96-8A21-150D-DE9A3CF0FC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69412" y="4809873"/>
                <a:ext cx="306571" cy="329937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C7351FA2-38AB-3980-D24A-9C8E40972F48}"/>
                    </a:ext>
                  </a:extLst>
                </p:cNvPr>
                <p:cNvSpPr txBox="1"/>
                <p:nvPr/>
              </p:nvSpPr>
              <p:spPr>
                <a:xfrm>
                  <a:off x="8806867" y="875100"/>
                  <a:ext cx="46181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C7351FA2-38AB-3980-D24A-9C8E40972F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06867" y="875100"/>
                  <a:ext cx="461814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648ED8B-5388-83BD-7070-A78F3E1B26A9}"/>
                    </a:ext>
                  </a:extLst>
                </p:cNvPr>
                <p:cNvSpPr txBox="1"/>
                <p:nvPr/>
              </p:nvSpPr>
              <p:spPr>
                <a:xfrm>
                  <a:off x="9449062" y="1128146"/>
                  <a:ext cx="46181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648ED8B-5388-83BD-7070-A78F3E1B26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49062" y="1128146"/>
                  <a:ext cx="461814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F40E693-A0F3-C968-6B87-5AC815F172C6}"/>
                  </a:ext>
                </a:extLst>
              </p:cNvPr>
              <p:cNvSpPr txBox="1"/>
              <p:nvPr/>
            </p:nvSpPr>
            <p:spPr>
              <a:xfrm>
                <a:off x="-964757" y="1475432"/>
                <a:ext cx="11876241" cy="14346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8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f>
                        <m:fPr>
                          <m:ctrlPr>
                            <a:rPr lang="en-US" altLang="zh-CN" sz="1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  <m:sup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8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8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800" b="1" i="1" dirty="0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800" b="1" i="1" dirty="0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  <m:sup>
                                  <m:r>
                                    <a:rPr lang="en-US" altLang="zh-CN" sz="1800" b="1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𝑝𝑑𝑓</m:t>
                          </m:r>
                          <m:d>
                            <m:dPr>
                              <m:ctrlP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8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800" b="1" i="1" dirty="0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altLang="zh-CN" sz="1800" b="1" i="1" dirty="0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  <m:sup>
                                  <m:r>
                                    <a:rPr lang="en-US" altLang="zh-CN" sz="1800" b="1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  <m:r>
                        <a:rPr lang="en-US" altLang="zh-CN" sz="18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  <m:sup>
                              <m: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800" b="1" i="1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=1,  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sub>
                                  </m:sSub>
                                </m:e>
                              </m:d>
                              <m:func>
                                <m:func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dirty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func>
                            </m:num>
                            <m:den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𝑝𝑑𝑓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F40E693-A0F3-C968-6B87-5AC815F17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64757" y="1475432"/>
                <a:ext cx="11876241" cy="143462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5E44D83-AD59-94D2-70CE-61F763DFF173}"/>
                  </a:ext>
                </a:extLst>
              </p:cNvPr>
              <p:cNvSpPr txBox="1"/>
              <p:nvPr/>
            </p:nvSpPr>
            <p:spPr>
              <a:xfrm>
                <a:off x="452975" y="3242566"/>
                <a:ext cx="6757124" cy="30766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dirty="0" smtClean="0">
                          <a:latin typeface="Cambria Math" panose="02040503050406030204" pitchFamily="18" charset="0"/>
                        </a:rPr>
                        <m:t>hit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𝑠𝑎𝑚𝑝𝑙𝑒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𝑐𝑜𝑛𝑡𝑟𝑖𝑏𝑢𝑡𝑒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𝑠𝑎𝑚𝑝𝑙𝑒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</a:rPr>
                        <m:t>compute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𝑟𝑢𝑠𝑠𝑖𝑎𝑛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𝑟𝑜𝑢𝑙𝑒𝑡𝑡𝑒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h𝑖𝑡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h𝑖𝑡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𝑠𝑎𝑚𝑝𝑙𝑒</m:t>
                          </m:r>
                          <m:r>
                            <a:rPr lang="en-US" altLang="zh-CN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altLang="zh-CN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  <m:sup>
                              <m:r>
                                <a:rPr lang="en-US" altLang="zh-CN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CN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en-US" altLang="zh-CN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𝑐𝑜𝑛𝑡𝑟𝑖𝑏𝑢𝑡𝑒</m:t>
                          </m:r>
                          <m:r>
                            <a:rPr lang="en-US" altLang="zh-CN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CN" i="1" dirty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 dirty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𝑠𝑎𝑚𝑝𝑙𝑒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</a:rPr>
                        <m:t>compute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𝑟𝑢𝑠𝑠𝑖𝑎𝑛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𝑟𝑜𝑢𝑙𝑒𝑡𝑡𝑒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h𝑖𝑡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h𝑖𝑡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𝑐𝑜𝑛𝑡𝑟𝑖𝑏𝑢𝑡𝑒</m:t>
                          </m:r>
                          <m:r>
                            <a:rPr lang="en-US" altLang="zh-CN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CN" i="1" dirty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 dirty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𝑠𝑎𝑚𝑝𝑙𝑒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  <m: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𝑐𝑜𝑛𝑡𝑟𝑖𝑏𝑢𝑡𝑒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𝑠𝑎𝑚𝑝𝑙𝑒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</a:rPr>
                        <m:t>compute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𝑟𝑢𝑠𝑠𝑖𝑎𝑛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𝑟𝑜𝑢𝑙𝑒𝑡𝑡𝑒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h𝑖𝑡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h𝑖𝑡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𝑠𝑎𝑚𝑝𝑙𝑒</m:t>
                      </m:r>
                      <m:r>
                        <a:rPr lang="en-US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CN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  <m:sup>
                          <m:r>
                            <a:rPr lang="en-US" altLang="zh-CN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𝑐𝑜𝑛𝑡𝑟𝑖𝑏𝑢𝑡𝑒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𝑠𝑎𝑚𝑝𝑙𝑒</m:t>
                      </m:r>
                      <m:r>
                        <a:rPr lang="en-US" altLang="zh-CN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</a:rPr>
                        <m:t>compute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𝑟𝑢𝑠𝑠𝑖𝑎𝑛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𝑟𝑜𝑢𝑙𝑒𝑡𝑡𝑒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h𝑖𝑡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……</m:t>
                      </m:r>
                    </m:oMath>
                  </m:oMathPara>
                </a14:m>
                <a:endParaRPr lang="en-US" altLang="zh-CN" b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5E44D83-AD59-94D2-70CE-61F763DFF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75" y="3242566"/>
                <a:ext cx="6757124" cy="307661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C7D84A2-8496-816E-8A2A-9EBE80FEE832}"/>
                  </a:ext>
                </a:extLst>
              </p:cNvPr>
              <p:cNvSpPr txBox="1"/>
              <p:nvPr/>
            </p:nvSpPr>
            <p:spPr>
              <a:xfrm>
                <a:off x="9538837" y="4401948"/>
                <a:ext cx="5425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C7D84A2-8496-816E-8A2A-9EBE80FEE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8837" y="4401948"/>
                <a:ext cx="542504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C6EE711-7610-37B7-180A-DF37D2BF6990}"/>
                  </a:ext>
                </a:extLst>
              </p:cNvPr>
              <p:cNvSpPr txBox="1"/>
              <p:nvPr/>
            </p:nvSpPr>
            <p:spPr>
              <a:xfrm>
                <a:off x="10356581" y="4709700"/>
                <a:ext cx="5425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C6EE711-7610-37B7-180A-DF37D2BF6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6581" y="4709700"/>
                <a:ext cx="542504" cy="369332"/>
              </a:xfrm>
              <a:prstGeom prst="rect">
                <a:avLst/>
              </a:prstGeom>
              <a:blipFill>
                <a:blip r:embed="rId31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565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58B00-6FC1-2579-15F4-A6FC37FEA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标题 2">
                <a:extLst>
                  <a:ext uri="{FF2B5EF4-FFF2-40B4-BE49-F238E27FC236}">
                    <a16:creationId xmlns:a16="http://schemas.microsoft.com/office/drawing/2014/main" id="{AE67ABDB-D350-DA99-7B25-30D94ED5D0F0}"/>
                  </a:ext>
                </a:extLst>
              </p:cNvPr>
              <p:cNvSpPr>
                <a:spLocks noGrp="1"/>
              </p:cNvSpPr>
              <p:nvPr>
                <p:ph type="title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如何采样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  <m:sup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zh-CN" altLang="en-US" dirty="0"/>
                  <a:t>？</a:t>
                </a:r>
              </a:p>
            </p:txBody>
          </p:sp>
        </mc:Choice>
        <mc:Fallback xmlns="">
          <p:sp>
            <p:nvSpPr>
              <p:cNvPr id="3" name="标题 2">
                <a:extLst>
                  <a:ext uri="{FF2B5EF4-FFF2-40B4-BE49-F238E27FC236}">
                    <a16:creationId xmlns:a16="http://schemas.microsoft.com/office/drawing/2014/main" id="{AE67ABDB-D350-DA99-7B25-30D94ED5D0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 idx="1"/>
              </p:nvPr>
            </p:nvSpPr>
            <p:spPr>
              <a:blipFill>
                <a:blip r:embed="rId2"/>
                <a:stretch>
                  <a:fillRect l="-2540" b="-389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1">
                <a:extLst>
                  <a:ext uri="{FF2B5EF4-FFF2-40B4-BE49-F238E27FC236}">
                    <a16:creationId xmlns:a16="http://schemas.microsoft.com/office/drawing/2014/main" id="{FA7217A1-94CF-73F3-5238-F9B10472FBA7}"/>
                  </a:ext>
                </a:extLst>
              </p:cNvPr>
              <p:cNvSpPr>
                <a:spLocks noGrp="1"/>
              </p:cNvSpPr>
              <p:nvPr>
                <p:ph idx="3"/>
              </p:nvPr>
            </p:nvSpPr>
            <p:spPr>
              <a:xfrm>
                <a:off x="695960" y="1245235"/>
                <a:ext cx="10800080" cy="493141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sz="2400" dirty="0"/>
                  <a:t>1.</a:t>
                </a:r>
                <a:r>
                  <a:rPr lang="zh-CN" altLang="en-US" sz="2400" dirty="0"/>
                  <a:t>采样光源（根据光源的功率（</a:t>
                </a:r>
                <a:r>
                  <a:rPr lang="en-US" altLang="zh-CN" sz="2400" dirty="0"/>
                  <a:t>Φ</a:t>
                </a:r>
                <a:r>
                  <a:rPr lang="zh-CN" altLang="en-US" sz="2400" dirty="0"/>
                  <a:t>），进行重要性采样）</a:t>
                </a:r>
                <a:endParaRPr lang="en-US" altLang="zh-CN" sz="22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pPr marL="0" indent="0">
                  <a:buNone/>
                </a:pPr>
                <a:r>
                  <a:rPr lang="en-US" altLang="zh-CN" sz="2400" dirty="0"/>
                  <a:t>2.</a:t>
                </a:r>
                <a:r>
                  <a:rPr lang="zh-CN" altLang="en-US" sz="2400" dirty="0"/>
                  <a:t>在光源上获取采样点</a:t>
                </a:r>
                <a:endParaRPr lang="en-US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𝑝𝑑𝑓</m:t>
                      </m:r>
                      <m:d>
                        <m:dPr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  <m:sup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𝑝𝑑𝑓</m:t>
                      </m:r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𝑙𝑖𝑔h</m:t>
                          </m:r>
                          <m:sSub>
                            <m:sSub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𝑝𝑑𝑓</m:t>
                      </m:r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𝑙𝑖𝑔h</m:t>
                          </m:r>
                          <m:sSub>
                            <m:sSub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400" b="0" dirty="0"/>
              </a:p>
            </p:txBody>
          </p:sp>
        </mc:Choice>
        <mc:Fallback xmlns="">
          <p:sp>
            <p:nvSpPr>
              <p:cNvPr id="7" name="内容占位符 1">
                <a:extLst>
                  <a:ext uri="{FF2B5EF4-FFF2-40B4-BE49-F238E27FC236}">
                    <a16:creationId xmlns:a16="http://schemas.microsoft.com/office/drawing/2014/main" id="{FA7217A1-94CF-73F3-5238-F9B10472FB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3"/>
              </p:nvPr>
            </p:nvSpPr>
            <p:spPr>
              <a:xfrm>
                <a:off x="695960" y="1245235"/>
                <a:ext cx="10800080" cy="4931410"/>
              </a:xfrm>
              <a:blipFill>
                <a:blip r:embed="rId3"/>
                <a:stretch>
                  <a:fillRect l="-9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57389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D4DDE-E29B-13C1-39CF-415AFE52D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8B2F619-214B-4895-52D8-5EA3D4764CEC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采样离散分布 </a:t>
            </a:r>
            <a:r>
              <a:rPr lang="en-US" altLang="zh-CN" dirty="0"/>
              <a:t>—— </a:t>
            </a:r>
            <a:r>
              <a:rPr lang="zh-CN" altLang="en-US" dirty="0"/>
              <a:t>直接采样，</a:t>
            </a:r>
            <a:r>
              <a:rPr lang="en-US" altLang="zh-CN" dirty="0"/>
              <a:t>O(n)</a:t>
            </a:r>
            <a:endParaRPr lang="zh-CN" altLang="en-US" dirty="0"/>
          </a:p>
        </p:txBody>
      </p:sp>
      <p:graphicFrame>
        <p:nvGraphicFramePr>
          <p:cNvPr id="2" name="内容占位符 1">
            <a:extLst>
              <a:ext uri="{FF2B5EF4-FFF2-40B4-BE49-F238E27FC236}">
                <a16:creationId xmlns:a16="http://schemas.microsoft.com/office/drawing/2014/main" id="{B0C476FF-38B0-33EF-8B19-9772B87F0E6B}"/>
              </a:ext>
            </a:extLst>
          </p:cNvPr>
          <p:cNvGraphicFramePr>
            <a:graphicFrameLocks noGrp="1"/>
          </p:cNvGraphicFramePr>
          <p:nvPr>
            <p:ph idx="3"/>
            <p:extLst>
              <p:ext uri="{D42A27DB-BD31-4B8C-83A1-F6EECF244321}">
                <p14:modId xmlns:p14="http://schemas.microsoft.com/office/powerpoint/2010/main" val="514162084"/>
              </p:ext>
            </p:extLst>
          </p:nvPr>
        </p:nvGraphicFramePr>
        <p:xfrm>
          <a:off x="695325" y="1244600"/>
          <a:ext cx="1080135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123682315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240811193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14446658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0828787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427605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Item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479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0.125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0.125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49331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996FDF81-CF78-282C-DF81-BD40833893D4}"/>
              </a:ext>
            </a:extLst>
          </p:cNvPr>
          <p:cNvSpPr txBox="1"/>
          <p:nvPr/>
        </p:nvSpPr>
        <p:spPr>
          <a:xfrm>
            <a:off x="1346549" y="2636729"/>
            <a:ext cx="2769797" cy="28079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u = </a:t>
            </a:r>
            <a:r>
              <a:rPr lang="en-US" altLang="zh-CN" sz="2000" dirty="0" err="1"/>
              <a:t>UniformSample</a:t>
            </a:r>
            <a:r>
              <a:rPr lang="en-US" altLang="zh-CN" sz="2000" dirty="0"/>
              <a:t>()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sum = 0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for item in items: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    sum += </a:t>
            </a:r>
            <a:r>
              <a:rPr lang="en-US" altLang="zh-CN" sz="2000" dirty="0" err="1"/>
              <a:t>item.prob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    if sum &gt; u: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        return item</a:t>
            </a:r>
          </a:p>
        </p:txBody>
      </p:sp>
    </p:spTree>
    <p:extLst>
      <p:ext uri="{BB962C8B-B14F-4D97-AF65-F5344CB8AC3E}">
        <p14:creationId xmlns:p14="http://schemas.microsoft.com/office/powerpoint/2010/main" val="4816622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594CB-0A5E-D7D0-A988-73876C366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4A0EB4F-EC82-318C-D352-43F4706BC38B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采样离散分布 </a:t>
            </a:r>
            <a:r>
              <a:rPr lang="en-US" altLang="zh-CN" dirty="0"/>
              <a:t>—— Alias Table</a:t>
            </a:r>
            <a:r>
              <a:rPr lang="zh-CN" altLang="en-US" dirty="0"/>
              <a:t>，</a:t>
            </a:r>
            <a:r>
              <a:rPr lang="en-US" altLang="zh-CN" dirty="0"/>
              <a:t>O(1)</a:t>
            </a:r>
            <a:endParaRPr lang="zh-CN" altLang="en-US" dirty="0"/>
          </a:p>
        </p:txBody>
      </p:sp>
      <p:graphicFrame>
        <p:nvGraphicFramePr>
          <p:cNvPr id="2" name="内容占位符 1">
            <a:extLst>
              <a:ext uri="{FF2B5EF4-FFF2-40B4-BE49-F238E27FC236}">
                <a16:creationId xmlns:a16="http://schemas.microsoft.com/office/drawing/2014/main" id="{AD3DD759-1E5A-844D-5342-628057375BC8}"/>
              </a:ext>
            </a:extLst>
          </p:cNvPr>
          <p:cNvGraphicFramePr>
            <a:graphicFrameLocks noGrp="1"/>
          </p:cNvGraphicFramePr>
          <p:nvPr>
            <p:ph idx="3"/>
            <p:extLst>
              <p:ext uri="{D42A27DB-BD31-4B8C-83A1-F6EECF244321}">
                <p14:modId xmlns:p14="http://schemas.microsoft.com/office/powerpoint/2010/main" val="616829057"/>
              </p:ext>
            </p:extLst>
          </p:nvPr>
        </p:nvGraphicFramePr>
        <p:xfrm>
          <a:off x="695325" y="1244600"/>
          <a:ext cx="1080135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123682315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240811193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14446658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0828787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427605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Item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479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0.125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0.125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49331"/>
                  </a:ext>
                </a:extLst>
              </a:tr>
            </a:tbl>
          </a:graphicData>
        </a:graphic>
      </p:graphicFrame>
      <p:graphicFrame>
        <p:nvGraphicFramePr>
          <p:cNvPr id="8" name="内容占位符 1">
            <a:extLst>
              <a:ext uri="{FF2B5EF4-FFF2-40B4-BE49-F238E27FC236}">
                <a16:creationId xmlns:a16="http://schemas.microsoft.com/office/drawing/2014/main" id="{3BDA33E6-22A4-7E35-437F-6ED31A7D6E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4024998"/>
              </p:ext>
            </p:extLst>
          </p:nvPr>
        </p:nvGraphicFramePr>
        <p:xfrm>
          <a:off x="694690" y="2589200"/>
          <a:ext cx="108013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123682315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240811193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14446658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0828787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427605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Item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479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Index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032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Q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49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Alias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977832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8AFAC673-68EE-FA7D-A426-28F34EB8D325}"/>
              </a:ext>
            </a:extLst>
          </p:cNvPr>
          <p:cNvSpPr txBox="1"/>
          <p:nvPr/>
        </p:nvSpPr>
        <p:spPr>
          <a:xfrm>
            <a:off x="705018" y="4355593"/>
            <a:ext cx="4539512" cy="1895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err="1"/>
              <a:t>idx</a:t>
            </a:r>
            <a:r>
              <a:rPr lang="en-US" altLang="zh-CN" sz="1600" dirty="0"/>
              <a:t> = floor(</a:t>
            </a:r>
            <a:r>
              <a:rPr lang="en-US" altLang="zh-CN" sz="1600" dirty="0" err="1"/>
              <a:t>UniformSample</a:t>
            </a:r>
            <a:r>
              <a:rPr lang="en-US" altLang="zh-CN" sz="1600" dirty="0"/>
              <a:t>() * </a:t>
            </a:r>
            <a:r>
              <a:rPr lang="en-US" altLang="zh-CN" sz="1600" dirty="0" err="1"/>
              <a:t>item_number</a:t>
            </a:r>
            <a:r>
              <a:rPr lang="en-US" altLang="zh-CN" sz="16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item = items[</a:t>
            </a:r>
            <a:r>
              <a:rPr lang="en-US" altLang="zh-CN" sz="1600" dirty="0" err="1"/>
              <a:t>idx</a:t>
            </a:r>
            <a:r>
              <a:rPr lang="en-US" altLang="zh-CN" sz="1600" dirty="0"/>
              <a:t>]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if </a:t>
            </a:r>
            <a:r>
              <a:rPr lang="en-US" altLang="zh-CN" sz="1600" dirty="0" err="1"/>
              <a:t>UniformSample</a:t>
            </a:r>
            <a:r>
              <a:rPr lang="en-US" altLang="zh-CN" sz="1600" dirty="0"/>
              <a:t>() &lt; </a:t>
            </a:r>
            <a:r>
              <a:rPr lang="en-US" altLang="zh-CN" sz="1600" dirty="0" err="1"/>
              <a:t>item.q</a:t>
            </a:r>
            <a:r>
              <a:rPr lang="en-US" altLang="zh-CN" sz="1600" dirty="0"/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    return item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return items[</a:t>
            </a:r>
            <a:r>
              <a:rPr lang="en-US" altLang="zh-CN" sz="1600" dirty="0" err="1"/>
              <a:t>item.alias</a:t>
            </a:r>
            <a:r>
              <a:rPr lang="en-US" altLang="zh-CN" sz="1600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0491059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AEBCF-4F40-B473-7F03-0469BC858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30DD56D-0132-783F-29C1-DAD805A83BDC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初始化</a:t>
            </a:r>
            <a:r>
              <a:rPr lang="en-US" altLang="zh-CN" dirty="0"/>
              <a:t>Alias Table</a:t>
            </a:r>
            <a:endParaRPr lang="zh-CN" altLang="en-US" dirty="0"/>
          </a:p>
        </p:txBody>
      </p:sp>
      <p:graphicFrame>
        <p:nvGraphicFramePr>
          <p:cNvPr id="2" name="内容占位符 1">
            <a:extLst>
              <a:ext uri="{FF2B5EF4-FFF2-40B4-BE49-F238E27FC236}">
                <a16:creationId xmlns:a16="http://schemas.microsoft.com/office/drawing/2014/main" id="{A3908857-A536-EF9A-407C-9C01DD12A6F6}"/>
              </a:ext>
            </a:extLst>
          </p:cNvPr>
          <p:cNvGraphicFramePr>
            <a:graphicFrameLocks noGrp="1"/>
          </p:cNvGraphicFramePr>
          <p:nvPr>
            <p:ph idx="3"/>
            <p:extLst>
              <p:ext uri="{D42A27DB-BD31-4B8C-83A1-F6EECF244321}">
                <p14:modId xmlns:p14="http://schemas.microsoft.com/office/powerpoint/2010/main" val="3979099520"/>
              </p:ext>
            </p:extLst>
          </p:nvPr>
        </p:nvGraphicFramePr>
        <p:xfrm>
          <a:off x="695325" y="1244600"/>
          <a:ext cx="1080135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123682315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240811193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14446658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0828787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427605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Item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479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0.125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0.125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49331"/>
                  </a:ext>
                </a:extLst>
              </a:tr>
            </a:tbl>
          </a:graphicData>
        </a:graphic>
      </p:graphicFrame>
      <p:graphicFrame>
        <p:nvGraphicFramePr>
          <p:cNvPr id="6" name="内容占位符 1">
            <a:extLst>
              <a:ext uri="{FF2B5EF4-FFF2-40B4-BE49-F238E27FC236}">
                <a16:creationId xmlns:a16="http://schemas.microsoft.com/office/drawing/2014/main" id="{C1847E4D-17FE-BB1F-6E0D-253AAA02FD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7875951"/>
              </p:ext>
            </p:extLst>
          </p:nvPr>
        </p:nvGraphicFramePr>
        <p:xfrm>
          <a:off x="695325" y="2299013"/>
          <a:ext cx="108013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123682315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240811193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14446658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0828787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427605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Item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479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Index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032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Q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49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Alias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977832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F43A95ED-0C29-C4BD-F761-32F15D4B4E4C}"/>
              </a:ext>
            </a:extLst>
          </p:cNvPr>
          <p:cNvSpPr txBox="1"/>
          <p:nvPr/>
        </p:nvSpPr>
        <p:spPr>
          <a:xfrm>
            <a:off x="695325" y="4095106"/>
            <a:ext cx="5307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先将所有的</a:t>
            </a:r>
            <a:r>
              <a:rPr lang="en-US" altLang="zh-CN" dirty="0"/>
              <a:t>P</a:t>
            </a:r>
            <a:r>
              <a:rPr lang="zh-CN" altLang="en-US" dirty="0"/>
              <a:t>乘上</a:t>
            </a:r>
            <a:r>
              <a:rPr lang="en-US" altLang="zh-CN" dirty="0" err="1"/>
              <a:t>item_number</a:t>
            </a:r>
            <a:r>
              <a:rPr lang="zh-CN" altLang="en-US" dirty="0"/>
              <a:t>，使得</a:t>
            </a:r>
            <a:r>
              <a:rPr lang="en-US" altLang="zh-CN" dirty="0"/>
              <a:t>P</a:t>
            </a:r>
            <a:r>
              <a:rPr lang="zh-CN" altLang="en-US" dirty="0"/>
              <a:t>的均值为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aphicFrame>
        <p:nvGraphicFramePr>
          <p:cNvPr id="5" name="内容占位符 1">
            <a:extLst>
              <a:ext uri="{FF2B5EF4-FFF2-40B4-BE49-F238E27FC236}">
                <a16:creationId xmlns:a16="http://schemas.microsoft.com/office/drawing/2014/main" id="{2881F3CE-4029-9B85-659B-C02CA69161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9099645"/>
              </p:ext>
            </p:extLst>
          </p:nvPr>
        </p:nvGraphicFramePr>
        <p:xfrm>
          <a:off x="695325" y="4678819"/>
          <a:ext cx="1080135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123682315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240811193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14446658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0828787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427605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Item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479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49331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E5FDEC21-23B6-1539-4D7E-22E9CCB45931}"/>
              </a:ext>
            </a:extLst>
          </p:cNvPr>
          <p:cNvSpPr txBox="1"/>
          <p:nvPr/>
        </p:nvSpPr>
        <p:spPr>
          <a:xfrm>
            <a:off x="695325" y="5634880"/>
            <a:ext cx="6769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将所有</a:t>
            </a:r>
            <a:r>
              <a:rPr lang="en-US" altLang="zh-CN" dirty="0"/>
              <a:t>item</a:t>
            </a:r>
            <a:r>
              <a:rPr lang="zh-CN" altLang="en-US" dirty="0"/>
              <a:t>分成两部分，一部分的</a:t>
            </a:r>
            <a:r>
              <a:rPr lang="en-US" altLang="zh-CN" dirty="0"/>
              <a:t>P</a:t>
            </a:r>
            <a:r>
              <a:rPr lang="zh-CN" altLang="en-US" dirty="0"/>
              <a:t>小于</a:t>
            </a:r>
            <a:r>
              <a:rPr lang="en-US" altLang="zh-CN" dirty="0"/>
              <a:t>1</a:t>
            </a:r>
            <a:r>
              <a:rPr lang="zh-CN" altLang="en-US" dirty="0"/>
              <a:t>，另一部分的</a:t>
            </a:r>
            <a:r>
              <a:rPr lang="en-US" altLang="zh-CN" dirty="0"/>
              <a:t>P</a:t>
            </a:r>
            <a:r>
              <a:rPr lang="zh-CN" altLang="en-US" dirty="0"/>
              <a:t>大于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7398987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8C397-6F0A-505F-C700-74A12FB7A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92B425E-0CD8-B07D-C6F9-3303BE3A8CD2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初始化</a:t>
            </a:r>
            <a:r>
              <a:rPr lang="en-US" altLang="zh-CN" dirty="0"/>
              <a:t>Alias Table</a:t>
            </a:r>
            <a:endParaRPr lang="zh-CN" altLang="en-US" dirty="0"/>
          </a:p>
        </p:txBody>
      </p:sp>
      <p:graphicFrame>
        <p:nvGraphicFramePr>
          <p:cNvPr id="6" name="内容占位符 1">
            <a:extLst>
              <a:ext uri="{FF2B5EF4-FFF2-40B4-BE49-F238E27FC236}">
                <a16:creationId xmlns:a16="http://schemas.microsoft.com/office/drawing/2014/main" id="{A3667C25-9B81-BD2E-4938-54BC4D30E0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2382085"/>
              </p:ext>
            </p:extLst>
          </p:nvPr>
        </p:nvGraphicFramePr>
        <p:xfrm>
          <a:off x="695960" y="1228038"/>
          <a:ext cx="1080135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123682315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240811193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14446658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0828787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427605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Item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479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Index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032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Q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49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Alias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977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426154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C095F49E-09DC-1997-FEA8-0BE23DFAE282}"/>
              </a:ext>
            </a:extLst>
          </p:cNvPr>
          <p:cNvSpPr txBox="1"/>
          <p:nvPr/>
        </p:nvSpPr>
        <p:spPr>
          <a:xfrm>
            <a:off x="3156689" y="3113239"/>
            <a:ext cx="4478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Less: C</a:t>
            </a:r>
            <a:r>
              <a:rPr lang="zh-CN" altLang="en-US" dirty="0"/>
              <a:t>、</a:t>
            </a:r>
            <a:r>
              <a:rPr lang="en-US" altLang="zh-CN" dirty="0"/>
              <a:t>D</a:t>
            </a:r>
            <a:r>
              <a:rPr lang="zh-CN" altLang="en-US" dirty="0"/>
              <a:t>                            </a:t>
            </a:r>
            <a:r>
              <a:rPr lang="en-US" altLang="zh-CN" dirty="0"/>
              <a:t>Greater</a:t>
            </a:r>
            <a:r>
              <a:rPr lang="zh-CN" altLang="en-US" dirty="0"/>
              <a:t>：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6B88C04-007C-68A0-B412-949BC6D377AD}"/>
              </a:ext>
            </a:extLst>
          </p:cNvPr>
          <p:cNvSpPr txBox="1"/>
          <p:nvPr/>
        </p:nvSpPr>
        <p:spPr>
          <a:xfrm>
            <a:off x="2663998" y="3425868"/>
            <a:ext cx="531324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从</a:t>
            </a:r>
            <a:r>
              <a:rPr lang="en-US" altLang="zh-CN" dirty="0"/>
              <a:t>Less</a:t>
            </a:r>
            <a:r>
              <a:rPr lang="zh-CN" altLang="en-US" dirty="0"/>
              <a:t>中取一个</a:t>
            </a:r>
            <a:r>
              <a:rPr lang="en-US" altLang="zh-CN" dirty="0" err="1"/>
              <a:t>item_l</a:t>
            </a:r>
            <a:r>
              <a:rPr lang="zh-CN" altLang="en-US" dirty="0"/>
              <a:t>，从</a:t>
            </a:r>
            <a:r>
              <a:rPr lang="en-US" altLang="zh-CN" dirty="0"/>
              <a:t>Greater</a:t>
            </a:r>
            <a:r>
              <a:rPr lang="zh-CN" altLang="en-US" dirty="0"/>
              <a:t>取一个</a:t>
            </a:r>
            <a:r>
              <a:rPr lang="en-US" altLang="zh-CN" dirty="0" err="1"/>
              <a:t>item_ge</a:t>
            </a:r>
            <a:endParaRPr lang="en-US" altLang="zh-CN" dirty="0"/>
          </a:p>
          <a:p>
            <a:r>
              <a:rPr lang="en-US" altLang="zh-CN" dirty="0" err="1"/>
              <a:t>item_l.Q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 err="1"/>
              <a:t>item_l.P</a:t>
            </a:r>
            <a:endParaRPr lang="en-US" altLang="zh-CN" dirty="0"/>
          </a:p>
          <a:p>
            <a:r>
              <a:rPr lang="en-US" altLang="zh-CN" dirty="0" err="1"/>
              <a:t>item_l.alias</a:t>
            </a:r>
            <a:r>
              <a:rPr lang="en-US" altLang="zh-CN" dirty="0"/>
              <a:t> = </a:t>
            </a:r>
            <a:r>
              <a:rPr lang="en-US" altLang="zh-CN" dirty="0" err="1"/>
              <a:t>item_ge.index</a:t>
            </a:r>
            <a:endParaRPr lang="en-US" altLang="zh-CN" dirty="0"/>
          </a:p>
          <a:p>
            <a:r>
              <a:rPr lang="en-US" altLang="zh-CN" dirty="0" err="1"/>
              <a:t>item_ge.P</a:t>
            </a:r>
            <a:r>
              <a:rPr lang="en-US" altLang="zh-CN" dirty="0"/>
              <a:t> -= 1 – </a:t>
            </a:r>
            <a:r>
              <a:rPr lang="en-US" altLang="zh-CN" dirty="0" err="1"/>
              <a:t>item_l.Q</a:t>
            </a:r>
            <a:endParaRPr lang="en-US" altLang="zh-CN" dirty="0"/>
          </a:p>
          <a:p>
            <a:r>
              <a:rPr lang="zh-CN" altLang="en-US" dirty="0"/>
              <a:t>根据</a:t>
            </a:r>
            <a:r>
              <a:rPr lang="en-US" altLang="zh-CN" dirty="0" err="1"/>
              <a:t>item_ge.P</a:t>
            </a:r>
            <a:r>
              <a:rPr lang="zh-CN" altLang="en-US" dirty="0"/>
              <a:t>，重新放入</a:t>
            </a:r>
            <a:r>
              <a:rPr lang="en-US" altLang="zh-CN" dirty="0"/>
              <a:t>Less</a:t>
            </a:r>
            <a:r>
              <a:rPr lang="zh-CN" altLang="en-US" dirty="0"/>
              <a:t>或</a:t>
            </a:r>
            <a:r>
              <a:rPr lang="en-US" altLang="zh-CN" dirty="0"/>
              <a:t>Greater</a:t>
            </a:r>
            <a:r>
              <a:rPr lang="zh-CN" altLang="en-US" dirty="0"/>
              <a:t>中</a:t>
            </a:r>
          </a:p>
        </p:txBody>
      </p:sp>
      <p:graphicFrame>
        <p:nvGraphicFramePr>
          <p:cNvPr id="12" name="内容占位符 1">
            <a:extLst>
              <a:ext uri="{FF2B5EF4-FFF2-40B4-BE49-F238E27FC236}">
                <a16:creationId xmlns:a16="http://schemas.microsoft.com/office/drawing/2014/main" id="{59573ECE-985F-C5D4-F48E-3DC1B5249A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7299707"/>
              </p:ext>
            </p:extLst>
          </p:nvPr>
        </p:nvGraphicFramePr>
        <p:xfrm>
          <a:off x="694690" y="4864874"/>
          <a:ext cx="1080135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123682315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240811193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14446658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0828787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427605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Item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479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Index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032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Q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0.5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49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Alias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977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1.5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426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1190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5B341-C504-62E5-9869-19B78B05A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F353961-EAD4-11FC-06D9-5BD6240F002F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初始化</a:t>
            </a:r>
            <a:r>
              <a:rPr lang="en-US" altLang="zh-CN" dirty="0"/>
              <a:t>Alias Table</a:t>
            </a:r>
            <a:endParaRPr lang="zh-CN" altLang="en-US" dirty="0"/>
          </a:p>
        </p:txBody>
      </p:sp>
      <p:graphicFrame>
        <p:nvGraphicFramePr>
          <p:cNvPr id="6" name="内容占位符 1">
            <a:extLst>
              <a:ext uri="{FF2B5EF4-FFF2-40B4-BE49-F238E27FC236}">
                <a16:creationId xmlns:a16="http://schemas.microsoft.com/office/drawing/2014/main" id="{0A7135C5-DFAE-4468-8B10-21073744F9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4457304"/>
              </p:ext>
            </p:extLst>
          </p:nvPr>
        </p:nvGraphicFramePr>
        <p:xfrm>
          <a:off x="695960" y="1228038"/>
          <a:ext cx="1080135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123682315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240811193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14446658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0828787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427605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Item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479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Index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032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Q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0.5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49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Alias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977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1.5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426154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17267BDF-F8ED-F92B-94AB-3D4EF8F56CDD}"/>
              </a:ext>
            </a:extLst>
          </p:cNvPr>
          <p:cNvSpPr txBox="1"/>
          <p:nvPr/>
        </p:nvSpPr>
        <p:spPr>
          <a:xfrm>
            <a:off x="3156689" y="3113239"/>
            <a:ext cx="450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Less: D</a:t>
            </a:r>
            <a:r>
              <a:rPr lang="zh-CN" altLang="en-US" dirty="0"/>
              <a:t>                                  </a:t>
            </a:r>
            <a:r>
              <a:rPr lang="en-US" altLang="zh-CN" dirty="0"/>
              <a:t>Greater</a:t>
            </a:r>
            <a:r>
              <a:rPr lang="zh-CN" altLang="en-US" dirty="0"/>
              <a:t>：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EFB4FBA-94FD-3508-2721-FE56210669F4}"/>
              </a:ext>
            </a:extLst>
          </p:cNvPr>
          <p:cNvSpPr txBox="1"/>
          <p:nvPr/>
        </p:nvSpPr>
        <p:spPr>
          <a:xfrm>
            <a:off x="2663998" y="3425868"/>
            <a:ext cx="531324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从</a:t>
            </a:r>
            <a:r>
              <a:rPr lang="en-US" altLang="zh-CN" dirty="0"/>
              <a:t>Less</a:t>
            </a:r>
            <a:r>
              <a:rPr lang="zh-CN" altLang="en-US" dirty="0"/>
              <a:t>中取一个</a:t>
            </a:r>
            <a:r>
              <a:rPr lang="en-US" altLang="zh-CN" dirty="0" err="1"/>
              <a:t>item_l</a:t>
            </a:r>
            <a:r>
              <a:rPr lang="zh-CN" altLang="en-US" dirty="0"/>
              <a:t>，从</a:t>
            </a:r>
            <a:r>
              <a:rPr lang="en-US" altLang="zh-CN" dirty="0"/>
              <a:t>Greater</a:t>
            </a:r>
            <a:r>
              <a:rPr lang="zh-CN" altLang="en-US" dirty="0"/>
              <a:t>取一个</a:t>
            </a:r>
            <a:r>
              <a:rPr lang="en-US" altLang="zh-CN" dirty="0" err="1"/>
              <a:t>item_ge</a:t>
            </a:r>
            <a:endParaRPr lang="en-US" altLang="zh-CN" dirty="0"/>
          </a:p>
          <a:p>
            <a:r>
              <a:rPr lang="en-US" altLang="zh-CN" dirty="0" err="1"/>
              <a:t>item_l.Q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 err="1"/>
              <a:t>item_l.P</a:t>
            </a:r>
            <a:endParaRPr lang="en-US" altLang="zh-CN" dirty="0"/>
          </a:p>
          <a:p>
            <a:r>
              <a:rPr lang="en-US" altLang="zh-CN" dirty="0" err="1"/>
              <a:t>item_l.alias</a:t>
            </a:r>
            <a:r>
              <a:rPr lang="en-US" altLang="zh-CN" dirty="0"/>
              <a:t> = </a:t>
            </a:r>
            <a:r>
              <a:rPr lang="en-US" altLang="zh-CN" dirty="0" err="1"/>
              <a:t>item_ge.index</a:t>
            </a:r>
            <a:endParaRPr lang="en-US" altLang="zh-CN" dirty="0"/>
          </a:p>
          <a:p>
            <a:r>
              <a:rPr lang="en-US" altLang="zh-CN" dirty="0" err="1"/>
              <a:t>item_ge.P</a:t>
            </a:r>
            <a:r>
              <a:rPr lang="en-US" altLang="zh-CN" dirty="0"/>
              <a:t> -= 1 – </a:t>
            </a:r>
            <a:r>
              <a:rPr lang="en-US" altLang="zh-CN" dirty="0" err="1"/>
              <a:t>item_l.Q</a:t>
            </a:r>
            <a:endParaRPr lang="en-US" altLang="zh-CN" dirty="0"/>
          </a:p>
          <a:p>
            <a:r>
              <a:rPr lang="zh-CN" altLang="en-US" dirty="0"/>
              <a:t>根据</a:t>
            </a:r>
            <a:r>
              <a:rPr lang="en-US" altLang="zh-CN" dirty="0" err="1"/>
              <a:t>item_ge.P</a:t>
            </a:r>
            <a:r>
              <a:rPr lang="zh-CN" altLang="en-US" dirty="0"/>
              <a:t>，重新放入</a:t>
            </a:r>
            <a:r>
              <a:rPr lang="en-US" altLang="zh-CN" dirty="0"/>
              <a:t>Less</a:t>
            </a:r>
            <a:r>
              <a:rPr lang="zh-CN" altLang="en-US" dirty="0"/>
              <a:t>或</a:t>
            </a:r>
            <a:r>
              <a:rPr lang="en-US" altLang="zh-CN" dirty="0"/>
              <a:t>Greater</a:t>
            </a:r>
            <a:r>
              <a:rPr lang="zh-CN" altLang="en-US" dirty="0"/>
              <a:t>中</a:t>
            </a:r>
          </a:p>
        </p:txBody>
      </p:sp>
      <p:graphicFrame>
        <p:nvGraphicFramePr>
          <p:cNvPr id="12" name="内容占位符 1">
            <a:extLst>
              <a:ext uri="{FF2B5EF4-FFF2-40B4-BE49-F238E27FC236}">
                <a16:creationId xmlns:a16="http://schemas.microsoft.com/office/drawing/2014/main" id="{5B1BBF06-D39E-1B4E-73EF-F41DB4C687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2393534"/>
              </p:ext>
            </p:extLst>
          </p:nvPr>
        </p:nvGraphicFramePr>
        <p:xfrm>
          <a:off x="694690" y="4864874"/>
          <a:ext cx="1080135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123682315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240811193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14446658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0828787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427605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Item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479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Index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032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Q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0.5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008000"/>
                          </a:solidFill>
                        </a:rPr>
                        <a:t>0.5</a:t>
                      </a:r>
                      <a:endParaRPr lang="zh-CN" altLang="en-US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49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Alias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008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977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008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426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9567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ED14E-99E5-15C1-57FF-19E67C16D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4095733-F8D5-96A7-BABE-9A76477DD361}"/>
                  </a:ext>
                </a:extLst>
              </p:cNvPr>
              <p:cNvSpPr>
                <a:spLocks noGrp="1"/>
              </p:cNvSpPr>
              <p:nvPr>
                <p:ph idx="3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nary>
                        <m:naryPr>
                          <m:sup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𝐸𝐴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func>
                            <m:func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altLang="zh-CN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nary>
                        <m:nary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func>
                                <m:func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nary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func>
                            <m:func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bSup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altLang="zh-CN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𝐴𝐿</m:t>
                      </m:r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4095733-F8D5-96A7-BABE-9A76477DD3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3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B614905B-F82A-FC28-477F-CEC23EA74AF1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计算光源的功率</a:t>
            </a:r>
            <a:r>
              <a:rPr lang="en-US" altLang="zh-CN" dirty="0"/>
              <a:t>Φ —— </a:t>
            </a:r>
            <a:r>
              <a:rPr lang="zh-CN" altLang="en-US" dirty="0"/>
              <a:t>面积光 </a:t>
            </a:r>
            <a:r>
              <a:rPr lang="en-US" altLang="zh-CN" dirty="0" err="1"/>
              <a:t>AreaLight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84278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6B206-E6B0-DC88-B65E-EF5935677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F2E796D-4A68-2294-3E04-EECE4BF4CD4E}"/>
                  </a:ext>
                </a:extLst>
              </p:cNvPr>
              <p:cNvSpPr>
                <a:spLocks noGrp="1"/>
              </p:cNvSpPr>
              <p:nvPr>
                <p:ph idx="3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𝐸𝐴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func>
                            <m:func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altLang="zh-CN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nary>
                        <m:nary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func>
                                <m:func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nary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func>
                            <m:func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bSup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altLang="zh-CN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F2E796D-4A68-2294-3E04-EECE4BF4CD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3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6273E66E-F75A-08BB-14E5-A58CAF6AD41D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计算光源的功率</a:t>
            </a:r>
            <a:r>
              <a:rPr lang="en-US" altLang="zh-CN" dirty="0"/>
              <a:t>Φ —— </a:t>
            </a:r>
            <a:r>
              <a:rPr lang="zh-CN" altLang="en-US" dirty="0"/>
              <a:t>无限光 </a:t>
            </a:r>
            <a:r>
              <a:rPr lang="en-US" altLang="zh-CN" dirty="0" err="1"/>
              <a:t>InfiniteLight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65784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7A912-2AD2-2DE7-BD2A-5D7AF9AAC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A08CFE5-7C9B-7000-CA3A-A953D064E35C}"/>
              </a:ext>
            </a:extLst>
          </p:cNvPr>
          <p:cNvSpPr>
            <a:spLocks noGrp="1"/>
          </p:cNvSpPr>
          <p:nvPr>
            <p:ph idx="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/>
              <a:t>面积光 </a:t>
            </a:r>
            <a:r>
              <a:rPr lang="en-US" altLang="zh-CN" sz="2400" dirty="0" err="1"/>
              <a:t>AreaLight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    面积光是由</a:t>
            </a:r>
            <a:r>
              <a:rPr lang="en-US" altLang="zh-CN" sz="2400" dirty="0"/>
              <a:t>Shape</a:t>
            </a:r>
            <a:r>
              <a:rPr lang="zh-CN" altLang="en-US" sz="2400" dirty="0"/>
              <a:t>发出的光，只需要对</a:t>
            </a:r>
            <a:r>
              <a:rPr lang="en-US" altLang="zh-CN" sz="2400" dirty="0"/>
              <a:t>Shape</a:t>
            </a:r>
            <a:r>
              <a:rPr lang="zh-CN" altLang="en-US" sz="2400" dirty="0"/>
              <a:t>进行采样即可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无限光 </a:t>
            </a:r>
            <a:r>
              <a:rPr lang="en-US" altLang="zh-CN" sz="2400" dirty="0" err="1"/>
              <a:t>InfiniteLight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无限光也是环境光，在创建完场景后，需要根据包围整个场景的包围盒，计算得出场景的最大包围球，而后在这个球上进行采样即可。</a:t>
            </a:r>
            <a:endParaRPr lang="en-US" altLang="zh-CN" sz="24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CBAF0DE-6522-1288-03DE-7E158B23B32E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在光源上获取采样点 </a:t>
            </a:r>
            <a:r>
              <a:rPr lang="en-US" altLang="zh-CN" dirty="0"/>
              <a:t>—— </a:t>
            </a:r>
            <a:r>
              <a:rPr lang="zh-CN" altLang="en-US" dirty="0"/>
              <a:t>光源的分类</a:t>
            </a:r>
          </a:p>
        </p:txBody>
      </p:sp>
    </p:spTree>
    <p:extLst>
      <p:ext uri="{BB962C8B-B14F-4D97-AF65-F5344CB8AC3E}">
        <p14:creationId xmlns:p14="http://schemas.microsoft.com/office/powerpoint/2010/main" val="22187085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AACE0D3-A8C9-2BB3-DC6E-231F89801C95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均匀采样三角形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9D59752-3F5C-35FF-2DC7-601EB4D60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5" y="1413407"/>
            <a:ext cx="2051155" cy="2044805"/>
          </a:xfrm>
          <a:prstGeom prst="rect">
            <a:avLst/>
          </a:prstGeom>
        </p:spPr>
      </p:pic>
      <p:grpSp>
        <p:nvGrpSpPr>
          <p:cNvPr id="88" name="组合 87">
            <a:extLst>
              <a:ext uri="{FF2B5EF4-FFF2-40B4-BE49-F238E27FC236}">
                <a16:creationId xmlns:a16="http://schemas.microsoft.com/office/drawing/2014/main" id="{4261537F-ABDE-2773-DDB3-830CFE58D8C7}"/>
              </a:ext>
            </a:extLst>
          </p:cNvPr>
          <p:cNvGrpSpPr/>
          <p:nvPr/>
        </p:nvGrpSpPr>
        <p:grpSpPr>
          <a:xfrm>
            <a:off x="5663714" y="553942"/>
            <a:ext cx="5297871" cy="1853205"/>
            <a:chOff x="6617070" y="3946723"/>
            <a:chExt cx="5297871" cy="1853205"/>
          </a:xfrm>
        </p:grpSpPr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2A70EBEB-3C63-9ED2-5FAA-CE1FECDE32DD}"/>
                </a:ext>
              </a:extLst>
            </p:cNvPr>
            <p:cNvCxnSpPr/>
            <p:nvPr/>
          </p:nvCxnSpPr>
          <p:spPr>
            <a:xfrm flipV="1">
              <a:off x="6617070" y="3947423"/>
              <a:ext cx="1851804" cy="1851804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B36B0782-1543-029E-C433-CD93A7F0B8E4}"/>
                </a:ext>
              </a:extLst>
            </p:cNvPr>
            <p:cNvCxnSpPr>
              <a:cxnSpLocks/>
            </p:cNvCxnSpPr>
            <p:nvPr/>
          </p:nvCxnSpPr>
          <p:spPr>
            <a:xfrm>
              <a:off x="6617070" y="3947423"/>
              <a:ext cx="1851804" cy="1851804"/>
            </a:xfrm>
            <a:prstGeom prst="line">
              <a:avLst/>
            </a:prstGeom>
            <a:ln w="19050"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55AB4EED-28CF-D75D-99C2-BE9EC46602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4971" y="4872627"/>
              <a:ext cx="927301" cy="927301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C07F13AE-4CD1-CB35-3FD8-360F0A19EC67}"/>
                </a:ext>
              </a:extLst>
            </p:cNvPr>
            <p:cNvCxnSpPr>
              <a:cxnSpLocks/>
            </p:cNvCxnSpPr>
            <p:nvPr/>
          </p:nvCxnSpPr>
          <p:spPr>
            <a:xfrm>
              <a:off x="10054971" y="3948124"/>
              <a:ext cx="463650" cy="1387454"/>
            </a:xfrm>
            <a:prstGeom prst="line">
              <a:avLst/>
            </a:prstGeom>
            <a:ln w="19050"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DA9D26A6-1C7F-2849-A365-6F08A570C6F5}"/>
                </a:ext>
              </a:extLst>
            </p:cNvPr>
            <p:cNvCxnSpPr>
              <a:cxnSpLocks/>
            </p:cNvCxnSpPr>
            <p:nvPr/>
          </p:nvCxnSpPr>
          <p:spPr>
            <a:xfrm>
              <a:off x="10518621" y="5335578"/>
              <a:ext cx="1388154" cy="462951"/>
            </a:xfrm>
            <a:prstGeom prst="line">
              <a:avLst/>
            </a:prstGeom>
            <a:ln w="19050"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A240EE8D-524D-3724-E58E-4D57BCFF2195}"/>
                </a:ext>
              </a:extLst>
            </p:cNvPr>
            <p:cNvCxnSpPr/>
            <p:nvPr/>
          </p:nvCxnSpPr>
          <p:spPr>
            <a:xfrm>
              <a:off x="6617070" y="3947423"/>
              <a:ext cx="0" cy="185040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2C305515-F243-8A50-2544-C45BE9BD6C3E}"/>
                </a:ext>
              </a:extLst>
            </p:cNvPr>
            <p:cNvCxnSpPr/>
            <p:nvPr/>
          </p:nvCxnSpPr>
          <p:spPr>
            <a:xfrm>
              <a:off x="8468874" y="3946723"/>
              <a:ext cx="0" cy="1850405"/>
            </a:xfrm>
            <a:prstGeom prst="line">
              <a:avLst/>
            </a:prstGeom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457ABDC0-B2DB-10FF-D6A8-EBAC53970DD2}"/>
                </a:ext>
              </a:extLst>
            </p:cNvPr>
            <p:cNvCxnSpPr/>
            <p:nvPr/>
          </p:nvCxnSpPr>
          <p:spPr>
            <a:xfrm>
              <a:off x="6617070" y="3947423"/>
              <a:ext cx="1851804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B6901B4-AA24-D8C3-D9C8-416D7330BCC3}"/>
                </a:ext>
              </a:extLst>
            </p:cNvPr>
            <p:cNvCxnSpPr/>
            <p:nvPr/>
          </p:nvCxnSpPr>
          <p:spPr>
            <a:xfrm>
              <a:off x="6617070" y="5797128"/>
              <a:ext cx="1851804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172CB3DA-CE88-C192-F491-3A5246753ABD}"/>
                </a:ext>
              </a:extLst>
            </p:cNvPr>
            <p:cNvCxnSpPr/>
            <p:nvPr/>
          </p:nvCxnSpPr>
          <p:spPr>
            <a:xfrm>
              <a:off x="10057805" y="3947423"/>
              <a:ext cx="0" cy="185040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B5EDF8A-D192-6D40-27C6-30174BF6F2F2}"/>
                </a:ext>
              </a:extLst>
            </p:cNvPr>
            <p:cNvCxnSpPr/>
            <p:nvPr/>
          </p:nvCxnSpPr>
          <p:spPr>
            <a:xfrm>
              <a:off x="10063137" y="5797828"/>
              <a:ext cx="1851804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2E20B3A-49FE-EA65-02F4-6B65EF93DB94}"/>
                </a:ext>
              </a:extLst>
            </p:cNvPr>
            <p:cNvCxnSpPr>
              <a:cxnSpLocks/>
            </p:cNvCxnSpPr>
            <p:nvPr/>
          </p:nvCxnSpPr>
          <p:spPr>
            <a:xfrm>
              <a:off x="10982271" y="4872624"/>
              <a:ext cx="932670" cy="925203"/>
            </a:xfrm>
            <a:prstGeom prst="line">
              <a:avLst/>
            </a:prstGeom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8E49E6CF-A5D8-FE83-2AE1-A93316367FEB}"/>
                </a:ext>
              </a:extLst>
            </p:cNvPr>
            <p:cNvCxnSpPr>
              <a:cxnSpLocks/>
            </p:cNvCxnSpPr>
            <p:nvPr/>
          </p:nvCxnSpPr>
          <p:spPr>
            <a:xfrm>
              <a:off x="10063137" y="3948122"/>
              <a:ext cx="919133" cy="922405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4DB9E2AB-B72C-8847-2DCD-0C539AD3FF18}"/>
                </a:ext>
              </a:extLst>
            </p:cNvPr>
            <p:cNvCxnSpPr/>
            <p:nvPr/>
          </p:nvCxnSpPr>
          <p:spPr>
            <a:xfrm flipH="1">
              <a:off x="6951945" y="4220573"/>
              <a:ext cx="695194" cy="69519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7374A7E8-E96A-64BF-268E-3E196224668F}"/>
                </a:ext>
              </a:extLst>
            </p:cNvPr>
            <p:cNvCxnSpPr/>
            <p:nvPr/>
          </p:nvCxnSpPr>
          <p:spPr>
            <a:xfrm flipH="1">
              <a:off x="7469420" y="4828785"/>
              <a:ext cx="695194" cy="69519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箭头: 右 49">
              <a:extLst>
                <a:ext uri="{FF2B5EF4-FFF2-40B4-BE49-F238E27FC236}">
                  <a16:creationId xmlns:a16="http://schemas.microsoft.com/office/drawing/2014/main" id="{ED90B462-E88B-4BC0-B354-6D4D2694DD7C}"/>
                </a:ext>
              </a:extLst>
            </p:cNvPr>
            <p:cNvSpPr/>
            <p:nvPr/>
          </p:nvSpPr>
          <p:spPr>
            <a:xfrm>
              <a:off x="8749430" y="4659682"/>
              <a:ext cx="1045922" cy="507304"/>
            </a:xfrm>
            <a:prstGeom prst="rightArrow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E53D6133-A2DE-523C-13E7-3A13C5D10648}"/>
              </a:ext>
            </a:extLst>
          </p:cNvPr>
          <p:cNvGrpSpPr/>
          <p:nvPr/>
        </p:nvGrpSpPr>
        <p:grpSpPr>
          <a:xfrm>
            <a:off x="5776527" y="3181213"/>
            <a:ext cx="4937479" cy="2830854"/>
            <a:chOff x="3326565" y="508059"/>
            <a:chExt cx="4937479" cy="2830854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3E64F82D-371A-D4D1-47DA-21E24F40ABF6}"/>
                </a:ext>
              </a:extLst>
            </p:cNvPr>
            <p:cNvCxnSpPr/>
            <p:nvPr/>
          </p:nvCxnSpPr>
          <p:spPr>
            <a:xfrm flipV="1">
              <a:off x="4816258" y="576197"/>
              <a:ext cx="0" cy="237368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5DF88D91-9D47-BB64-4889-6418880E719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6003099" y="1763038"/>
              <a:ext cx="0" cy="237368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F3B1EB54-4DFE-4EE2-4D82-1B8E8EC193ED}"/>
                </a:ext>
              </a:extLst>
            </p:cNvPr>
            <p:cNvCxnSpPr/>
            <p:nvPr/>
          </p:nvCxnSpPr>
          <p:spPr>
            <a:xfrm flipV="1">
              <a:off x="4816257" y="688582"/>
              <a:ext cx="2260947" cy="2260947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D1AD56DA-41D3-3486-0968-8BDB4486983B}"/>
                </a:ext>
              </a:extLst>
            </p:cNvPr>
            <p:cNvSpPr/>
            <p:nvPr/>
          </p:nvSpPr>
          <p:spPr>
            <a:xfrm>
              <a:off x="6933156" y="1485881"/>
              <a:ext cx="56368" cy="56368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8991425E-AF4F-8B7A-89E9-5FB71F32E671}"/>
                </a:ext>
              </a:extLst>
            </p:cNvPr>
            <p:cNvSpPr/>
            <p:nvPr/>
          </p:nvSpPr>
          <p:spPr>
            <a:xfrm>
              <a:off x="5713956" y="949349"/>
              <a:ext cx="56368" cy="56368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9F69AE24-B588-A99A-59D3-339306EEEC09}"/>
                    </a:ext>
                  </a:extLst>
                </p:cNvPr>
                <p:cNvSpPr txBox="1"/>
                <p:nvPr/>
              </p:nvSpPr>
              <p:spPr>
                <a:xfrm>
                  <a:off x="7236455" y="1265250"/>
                  <a:ext cx="10275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9F69AE24-B588-A99A-59D3-339306EEEC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6455" y="1265250"/>
                  <a:ext cx="1027589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4734" b="-152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9AC2C3D6-F0DA-AD07-8296-F4D77649714F}"/>
                    </a:ext>
                  </a:extLst>
                </p:cNvPr>
                <p:cNvSpPr txBox="1"/>
                <p:nvPr/>
              </p:nvSpPr>
              <p:spPr>
                <a:xfrm>
                  <a:off x="5742140" y="508059"/>
                  <a:ext cx="104355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9AC2C3D6-F0DA-AD07-8296-F4D7764971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2140" y="508059"/>
                  <a:ext cx="1043554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4678" b="-1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CA86714A-348C-9F1A-2491-DFFC048C2E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0619" y="1091223"/>
              <a:ext cx="727832" cy="7278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D22D9D0D-260D-D721-0D76-B34DC7ECF6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2113" y="1603842"/>
              <a:ext cx="1248418" cy="12484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F1350BCC-719C-1F41-0B91-F095D3BDB55A}"/>
                </a:ext>
              </a:extLst>
            </p:cNvPr>
            <p:cNvSpPr/>
            <p:nvPr/>
          </p:nvSpPr>
          <p:spPr>
            <a:xfrm>
              <a:off x="5517044" y="2921520"/>
              <a:ext cx="56368" cy="56368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C5DCCD3F-9009-F770-F529-D63BFE707970}"/>
                </a:ext>
              </a:extLst>
            </p:cNvPr>
            <p:cNvSpPr/>
            <p:nvPr/>
          </p:nvSpPr>
          <p:spPr>
            <a:xfrm>
              <a:off x="4788072" y="1895968"/>
              <a:ext cx="56368" cy="56368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24A61CAD-08B7-0CDF-79D8-4235146E05A6}"/>
                    </a:ext>
                  </a:extLst>
                </p:cNvPr>
                <p:cNvSpPr txBox="1"/>
                <p:nvPr/>
              </p:nvSpPr>
              <p:spPr>
                <a:xfrm>
                  <a:off x="3326565" y="1588109"/>
                  <a:ext cx="144751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24A61CAD-08B7-0CDF-79D8-4235146E05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6565" y="1588109"/>
                  <a:ext cx="1447512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954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9AFD0038-0DCE-A228-EC3A-F2FA9B270851}"/>
                    </a:ext>
                  </a:extLst>
                </p:cNvPr>
                <p:cNvSpPr txBox="1"/>
                <p:nvPr/>
              </p:nvSpPr>
              <p:spPr>
                <a:xfrm>
                  <a:off x="5380227" y="3061914"/>
                  <a:ext cx="143154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9AFD0038-0DCE-A228-EC3A-F2FA9B2708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0227" y="3061914"/>
                  <a:ext cx="1431546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553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E895CEB5-96D6-6305-57F2-F87515118059}"/>
                </a:ext>
              </a:extLst>
            </p:cNvPr>
            <p:cNvSpPr/>
            <p:nvPr/>
          </p:nvSpPr>
          <p:spPr>
            <a:xfrm>
              <a:off x="5251015" y="1408601"/>
              <a:ext cx="56368" cy="56368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40854050-8A65-964E-0037-4469C8B06089}"/>
                </a:ext>
              </a:extLst>
            </p:cNvPr>
            <p:cNvSpPr/>
            <p:nvPr/>
          </p:nvSpPr>
          <p:spPr>
            <a:xfrm>
              <a:off x="6246322" y="2171683"/>
              <a:ext cx="56368" cy="56368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DC29921C-5D28-DD97-0900-DCDB71463DEF}"/>
                    </a:ext>
                  </a:extLst>
                </p:cNvPr>
                <p:cNvSpPr txBox="1"/>
                <p:nvPr/>
              </p:nvSpPr>
              <p:spPr>
                <a:xfrm>
                  <a:off x="6405122" y="2150461"/>
                  <a:ext cx="34541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DC29921C-5D28-DD97-0900-DCDB71463D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5122" y="2150461"/>
                  <a:ext cx="345416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4286" r="-1786" b="-173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371E8E32-5408-52A0-9514-23E3183DDB6F}"/>
                    </a:ext>
                  </a:extLst>
                </p:cNvPr>
                <p:cNvSpPr txBox="1"/>
                <p:nvPr/>
              </p:nvSpPr>
              <p:spPr>
                <a:xfrm>
                  <a:off x="4975510" y="1032492"/>
                  <a:ext cx="351828" cy="2858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371E8E32-5408-52A0-9514-23E3183DDB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5510" y="1032492"/>
                  <a:ext cx="351828" cy="285847"/>
                </a:xfrm>
                <a:prstGeom prst="rect">
                  <a:avLst/>
                </a:prstGeom>
                <a:blipFill>
                  <a:blip r:embed="rId8"/>
                  <a:stretch>
                    <a:fillRect l="-12069" r="-1724" b="-1489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E9870726-00BE-1203-D23F-DECA32B99CFE}"/>
                  </a:ext>
                </a:extLst>
              </p:cNvPr>
              <p:cNvSpPr txBox="1"/>
              <p:nvPr/>
            </p:nvSpPr>
            <p:spPr>
              <a:xfrm>
                <a:off x="652885" y="4076903"/>
                <a:ext cx="5522024" cy="19240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 ∗ 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altLang="zh-CN" b="1" dirty="0"/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E9870726-00BE-1203-D23F-DECA32B99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85" y="4076903"/>
                <a:ext cx="5522024" cy="1924053"/>
              </a:xfrm>
              <a:prstGeom prst="rect">
                <a:avLst/>
              </a:prstGeom>
              <a:blipFill>
                <a:blip r:embed="rId9"/>
                <a:stretch>
                  <a:fillRect b="-34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80652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RkMDIwMzk2MDA3NTJlMDQ4NWFlNWE0Y2ViMGY0MT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31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31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314"/>
  <p:tag name="KSO_WM_SPECIAL_SOURCE" val="bdnull"/>
  <p:tag name="KSO_WM_TEMPLATE_THUMBS_INDEX" val="1、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1*i*4"/>
  <p:tag name="KSO_WM_UNIT_LAYERLEVEL" val="1"/>
  <p:tag name="KSO_WM_TAG_VERSION" val="3.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8"/>
  <p:tag name="KSO_WM_UNIT_ID" val="_1*i*8"/>
  <p:tag name="KSO_WM_UNIT_LAYERLEVEL" val="1"/>
  <p:tag name="KSO_WM_TAG_VERSION" val="3.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9"/>
  <p:tag name="KSO_WM_UNIT_ID" val="_1*i*9"/>
  <p:tag name="KSO_WM_UNIT_LAYERLEVEL" val="1"/>
  <p:tag name="KSO_WM_TAG_VERSION" val="3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0"/>
  <p:tag name="KSO_WM_UNIT_ID" val="_1*i*10"/>
  <p:tag name="KSO_WM_UNIT_LAYERLEVEL" val="1"/>
  <p:tag name="KSO_WM_TAG_VERSION" val="3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TYPE" val="i"/>
  <p:tag name="KSO_WM_UNIT_INDEX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UNIT_CONTENT_GROUP_TYPE" val="contentchip"/>
  <p:tag name="KSO_WM_UNIT_TYPE" val="i"/>
  <p:tag name="KSO_WM_UNIT_INDEX" val="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UNIT_TYPE" val="i"/>
  <p:tag name="KSO_WM_UNIT_INDEX" val="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3.0"/>
  <p:tag name="KSO_WM_UNIT_TYPE" val="i"/>
  <p:tag name="KSO_WM_UNIT_INDEX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UNIT_TYPE" val="i"/>
  <p:tag name="KSO_WM_UNIT_INDEX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CONTENT_GROUP_TYPE" val="contentchip"/>
  <p:tag name="KSO_WM_UNIT_TYPE" val="i"/>
  <p:tag name="KSO_WM_UNIT_INDEX" val="4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UNIT_TYPE" val="i"/>
  <p:tag name="KSO_WM_UNIT_INDEX" val="5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UNIT_TYPE" val="i"/>
  <p:tag name="KSO_WM_UNIT_INDEX" val="6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UNIT_TYPE" val="i"/>
  <p:tag name="KSO_WM_UNIT_INDEX" val="7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UNIT_CONTENT_GROUP_TYPE" val="contentchip"/>
  <p:tag name="KSO_WM_UNIT_TYPE" val="i"/>
  <p:tag name="KSO_WM_UNIT_INDEX" val="8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UNIT_CONTENT_GROUP_TYPE" val="contentchip"/>
  <p:tag name="KSO_WM_UNIT_TYPE" val="i"/>
  <p:tag name="KSO_WM_UNIT_INDEX" val="9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UNIT_CONTENT_GROUP_TYPE" val="contentchip"/>
  <p:tag name="KSO_WM_UNIT_TYPE" val="i"/>
  <p:tag name="KSO_WM_UNIT_INDEX" val="1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UNIT_TYPE" val="i"/>
  <p:tag name="KSO_WM_UNIT_INDEX" val="1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ANK 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314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314"/>
  <p:tag name="KSO_WM_SLIDE_TYPE" val="title"/>
  <p:tag name="KSO_WM_SLIDE_SUBTYPE" val="pureTxt"/>
  <p:tag name="KSO_WM_SLIDE_LAYOUT" val="a_f"/>
  <p:tag name="KSO_WM_SLIDE_LAYOUT_CNT" val="1_1"/>
  <p:tag name="KSO_WM_SPECIAL_SOURCE" val="bdnull"/>
  <p:tag name="KSO_WM_TEMPLATE_THUMBS_INDEX" val="1、9"/>
  <p:tag name="KSO_WM_SLIDE_CONTENT_AREA" val="{&quot;left&quot;:&quot;173.7&quot;,&quot;top&quot;:&quot;78.5&quot;,&quot;width&quot;:&quot;702.55&quot;,&quot;height&quot;:&quot;350.15&quot;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1*a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CONTENT_GROUP_TYPE" val="contentchip"/>
  <p:tag name="KSO_WM_UNIT_PRESET_TEXT" val="单击添加文档标题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314_1*f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CONTENT_GROUP_TYPE" val="contentchip"/>
  <p:tag name="KSO_WM_UNIT_PRESET_TEXT" val="汇报人：WPS"/>
</p:tagLst>
</file>

<file path=ppt/theme/theme1.xml><?xml version="1.0" encoding="utf-8"?>
<a:theme xmlns:a="http://schemas.openxmlformats.org/drawingml/2006/main" name="Office 主题">
  <a:themeElements>
    <a:clrScheme name="自定义 23">
      <a:dk1>
        <a:srgbClr val="000000"/>
      </a:dk1>
      <a:lt1>
        <a:srgbClr val="FFFFFF"/>
      </a:lt1>
      <a:dk2>
        <a:srgbClr val="011163"/>
      </a:dk2>
      <a:lt2>
        <a:srgbClr val="FFFFFF"/>
      </a:lt2>
      <a:accent1>
        <a:srgbClr val="4864FC"/>
      </a:accent1>
      <a:accent2>
        <a:srgbClr val="6C5EDE"/>
      </a:accent2>
      <a:accent3>
        <a:srgbClr val="9059BF"/>
      </a:accent3>
      <a:accent4>
        <a:srgbClr val="B453A1"/>
      </a:accent4>
      <a:accent5>
        <a:srgbClr val="D84E82"/>
      </a:accent5>
      <a:accent6>
        <a:srgbClr val="FC4864"/>
      </a:accent6>
      <a:hlink>
        <a:srgbClr val="0563C1"/>
      </a:hlink>
      <a:folHlink>
        <a:srgbClr val="954D72"/>
      </a:folHlink>
    </a:clrScheme>
    <a:fontScheme name="自定义 18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6286</TotalTime>
  <Words>1968</Words>
  <Application>Microsoft Office PowerPoint</Application>
  <PresentationFormat>宽屏</PresentationFormat>
  <Paragraphs>473</Paragraphs>
  <Slides>28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5" baseType="lpstr">
      <vt:lpstr>MiSans Heavy</vt:lpstr>
      <vt:lpstr>MiSans Normal</vt:lpstr>
      <vt:lpstr>Arial</vt:lpstr>
      <vt:lpstr>Calibri</vt:lpstr>
      <vt:lpstr>Cambria Math</vt:lpstr>
      <vt:lpstr>Wingdings</vt:lpstr>
      <vt:lpstr>Office 主题</vt:lpstr>
      <vt:lpstr>CPU软渲染 路径追踪渲染器</vt:lpstr>
      <vt:lpstr>向光源采样</vt:lpstr>
      <vt:lpstr>渲染方程变换</vt:lpstr>
      <vt:lpstr>渲染方程变换</vt:lpstr>
      <vt:lpstr>路径积分</vt:lpstr>
      <vt:lpstr>路径积分</vt:lpstr>
      <vt:lpstr>路径积分</vt:lpstr>
      <vt:lpstr>求解路径积分</vt:lpstr>
      <vt:lpstr>求解路径积分</vt:lpstr>
      <vt:lpstr>求解路径积分</vt:lpstr>
      <vt:lpstr>三大问题？（采样的域）</vt:lpstr>
      <vt:lpstr>三大问题？ （如何增量构建路径）</vt:lpstr>
      <vt:lpstr>三大问题？ （应对镜面反射/折射）</vt:lpstr>
      <vt:lpstr>混合两种渲染方程</vt:lpstr>
      <vt:lpstr>混合两种渲染方程</vt:lpstr>
      <vt:lpstr>混合两种渲染方程</vt:lpstr>
      <vt:lpstr>混合两种渲染方程</vt:lpstr>
      <vt:lpstr>路径追踪流程</vt:lpstr>
      <vt:lpstr>如何采样p_n^′？</vt:lpstr>
      <vt:lpstr>采样离散分布 —— 直接采样，O(n)</vt:lpstr>
      <vt:lpstr>采样离散分布 —— Alias Table，O(1)</vt:lpstr>
      <vt:lpstr>初始化Alias Table</vt:lpstr>
      <vt:lpstr>初始化Alias Table</vt:lpstr>
      <vt:lpstr>初始化Alias Table</vt:lpstr>
      <vt:lpstr>计算光源的功率Φ —— 面积光 AreaLight</vt:lpstr>
      <vt:lpstr>计算光源的功率Φ —— 无限光 InfiniteLight</vt:lpstr>
      <vt:lpstr>在光源上获取采样点 —— 光源的分类</vt:lpstr>
      <vt:lpstr>均匀采样三角形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骞深 姚</cp:lastModifiedBy>
  <cp:revision>280</cp:revision>
  <dcterms:created xsi:type="dcterms:W3CDTF">2023-08-09T12:44:00Z</dcterms:created>
  <dcterms:modified xsi:type="dcterms:W3CDTF">2025-08-12T17:19:34Z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2052-12.1.0.17147</vt:lpwstr>
  </property>
</Properties>
</file>