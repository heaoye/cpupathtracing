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2.xml" ContentType="application/vnd.openxmlformats-officedocument.theme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0" r:id="rId1"/>
  </p:sldMasterIdLst>
  <p:notesMasterIdLst>
    <p:notesMasterId r:id="rId16"/>
  </p:notesMasterIdLst>
  <p:sldIdLst>
    <p:sldId id="257" r:id="rId2"/>
    <p:sldId id="332" r:id="rId3"/>
    <p:sldId id="391" r:id="rId4"/>
    <p:sldId id="382" r:id="rId5"/>
    <p:sldId id="383" r:id="rId6"/>
    <p:sldId id="389" r:id="rId7"/>
    <p:sldId id="390" r:id="rId8"/>
    <p:sldId id="385" r:id="rId9"/>
    <p:sldId id="386" r:id="rId10"/>
    <p:sldId id="387" r:id="rId11"/>
    <p:sldId id="388" r:id="rId12"/>
    <p:sldId id="370" r:id="rId13"/>
    <p:sldId id="371" r:id="rId14"/>
    <p:sldId id="392" r:id="rId15"/>
  </p:sldIdLst>
  <p:sldSz cx="12192000" cy="6858000"/>
  <p:notesSz cx="6858000" cy="9144000"/>
  <p:custDataLst>
    <p:tags r:id="rId1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7" name="熊仪_aYju7RJj" initials="熊" lastIdx="0" clrIdx="0"/>
  <p:cmAuthor id="1" name="哒哒 熊猫" initials="哒哒" lastIdx="1" clrIdx="0"/>
  <p:cmAuthor id="8" name="yifei" initials="y" lastIdx="1" clrIdx="7"/>
  <p:cmAuthor id="2" name="kingsoft" initials="k" lastIdx="1" clrIdx="1"/>
  <p:cmAuthor id="9" name="ADMIN" initials="A" lastIdx="1" clrIdx="8"/>
  <p:cmAuthor id="3" name="zhouzean" initials="z" lastIdx="1" clrIdx="2"/>
  <p:cmAuthor id="4" name="李鹏飞_6bQfzI3a" initials="李" lastIdx="0" clrIdx="0"/>
  <p:cmAuthor id="5" name="李晓菲_MZFnUzi6" initials="李" lastIdx="0" clrIdx="0"/>
  <p:cmAuthor id="6" name="小珞_QjMfU7FR" initials="小" lastIdx="0" clrIdx="0"/>
  <p:cmAuthor id="2001" name="骆倩怡_Znauj26B" initials="authorId_382814100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000"/>
    <a:srgbClr val="3928C5"/>
    <a:srgbClr val="F7640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14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80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2025/8/15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tags" Target="../tags/tag17.xml"/><Relationship Id="rId13" Type="http://schemas.openxmlformats.org/officeDocument/2006/relationships/tags" Target="../tags/tag22.xml"/><Relationship Id="rId3" Type="http://schemas.openxmlformats.org/officeDocument/2006/relationships/tags" Target="../tags/tag12.xml"/><Relationship Id="rId7" Type="http://schemas.openxmlformats.org/officeDocument/2006/relationships/tags" Target="../tags/tag16.xml"/><Relationship Id="rId12" Type="http://schemas.openxmlformats.org/officeDocument/2006/relationships/tags" Target="../tags/tag21.xml"/><Relationship Id="rId17" Type="http://schemas.openxmlformats.org/officeDocument/2006/relationships/slideMaster" Target="../slideMasters/slideMaster1.xml"/><Relationship Id="rId2" Type="http://schemas.openxmlformats.org/officeDocument/2006/relationships/tags" Target="../tags/tag11.xml"/><Relationship Id="rId16" Type="http://schemas.openxmlformats.org/officeDocument/2006/relationships/tags" Target="../tags/tag25.xml"/><Relationship Id="rId1" Type="http://schemas.openxmlformats.org/officeDocument/2006/relationships/tags" Target="../tags/tag10.xml"/><Relationship Id="rId6" Type="http://schemas.openxmlformats.org/officeDocument/2006/relationships/tags" Target="../tags/tag15.xml"/><Relationship Id="rId11" Type="http://schemas.openxmlformats.org/officeDocument/2006/relationships/tags" Target="../tags/tag20.xml"/><Relationship Id="rId5" Type="http://schemas.openxmlformats.org/officeDocument/2006/relationships/tags" Target="../tags/tag14.xml"/><Relationship Id="rId15" Type="http://schemas.openxmlformats.org/officeDocument/2006/relationships/tags" Target="../tags/tag24.xml"/><Relationship Id="rId10" Type="http://schemas.openxmlformats.org/officeDocument/2006/relationships/tags" Target="../tags/tag19.xml"/><Relationship Id="rId4" Type="http://schemas.openxmlformats.org/officeDocument/2006/relationships/tags" Target="../tags/tag13.xml"/><Relationship Id="rId9" Type="http://schemas.openxmlformats.org/officeDocument/2006/relationships/tags" Target="../tags/tag18.xml"/><Relationship Id="rId14" Type="http://schemas.openxmlformats.org/officeDocument/2006/relationships/tags" Target="../tags/tag23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28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6" Type="http://schemas.openxmlformats.org/officeDocument/2006/relationships/tags" Target="../tags/tag31.xml"/><Relationship Id="rId5" Type="http://schemas.openxmlformats.org/officeDocument/2006/relationships/tags" Target="../tags/tag30.xml"/><Relationship Id="rId4" Type="http://schemas.openxmlformats.org/officeDocument/2006/relationships/tags" Target="../tags/tag29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34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6" Type="http://schemas.openxmlformats.org/officeDocument/2006/relationships/tags" Target="../tags/tag37.xml"/><Relationship Id="rId5" Type="http://schemas.openxmlformats.org/officeDocument/2006/relationships/tags" Target="../tags/tag36.xml"/><Relationship Id="rId4" Type="http://schemas.openxmlformats.org/officeDocument/2006/relationships/tags" Target="../tags/tag35.xml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tags" Target="../tags/tag45.xml"/><Relationship Id="rId3" Type="http://schemas.openxmlformats.org/officeDocument/2006/relationships/tags" Target="../tags/tag40.xml"/><Relationship Id="rId7" Type="http://schemas.openxmlformats.org/officeDocument/2006/relationships/tags" Target="../tags/tag44.xml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6" Type="http://schemas.openxmlformats.org/officeDocument/2006/relationships/tags" Target="../tags/tag43.xml"/><Relationship Id="rId11" Type="http://schemas.openxmlformats.org/officeDocument/2006/relationships/slideMaster" Target="../slideMasters/slideMaster1.xml"/><Relationship Id="rId5" Type="http://schemas.openxmlformats.org/officeDocument/2006/relationships/tags" Target="../tags/tag42.xml"/><Relationship Id="rId10" Type="http://schemas.openxmlformats.org/officeDocument/2006/relationships/tags" Target="../tags/tag47.xml"/><Relationship Id="rId4" Type="http://schemas.openxmlformats.org/officeDocument/2006/relationships/tags" Target="../tags/tag41.xml"/><Relationship Id="rId9" Type="http://schemas.openxmlformats.org/officeDocument/2006/relationships/tags" Target="../tags/tag46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50.xml"/><Relationship Id="rId7" Type="http://schemas.openxmlformats.org/officeDocument/2006/relationships/tags" Target="../tags/tag54.xml"/><Relationship Id="rId2" Type="http://schemas.openxmlformats.org/officeDocument/2006/relationships/tags" Target="../tags/tag49.xml"/><Relationship Id="rId1" Type="http://schemas.openxmlformats.org/officeDocument/2006/relationships/tags" Target="../tags/tag48.xml"/><Relationship Id="rId6" Type="http://schemas.openxmlformats.org/officeDocument/2006/relationships/tags" Target="../tags/tag53.xml"/><Relationship Id="rId5" Type="http://schemas.openxmlformats.org/officeDocument/2006/relationships/tags" Target="../tags/tag52.xml"/><Relationship Id="rId4" Type="http://schemas.openxmlformats.org/officeDocument/2006/relationships/tags" Target="../tags/tag51.xml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tags" Target="../tags/tag62.xml"/><Relationship Id="rId3" Type="http://schemas.openxmlformats.org/officeDocument/2006/relationships/tags" Target="../tags/tag57.xml"/><Relationship Id="rId7" Type="http://schemas.openxmlformats.org/officeDocument/2006/relationships/tags" Target="../tags/tag61.xml"/><Relationship Id="rId2" Type="http://schemas.openxmlformats.org/officeDocument/2006/relationships/tags" Target="../tags/tag56.xml"/><Relationship Id="rId1" Type="http://schemas.openxmlformats.org/officeDocument/2006/relationships/tags" Target="../tags/tag55.xml"/><Relationship Id="rId6" Type="http://schemas.openxmlformats.org/officeDocument/2006/relationships/tags" Target="../tags/tag60.xml"/><Relationship Id="rId5" Type="http://schemas.openxmlformats.org/officeDocument/2006/relationships/tags" Target="../tags/tag59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58.xml"/><Relationship Id="rId9" Type="http://schemas.openxmlformats.org/officeDocument/2006/relationships/tags" Target="../tags/tag63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" Type="http://schemas.openxmlformats.org/officeDocument/2006/relationships/tags" Target="../tags/tag64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8.xml"/><Relationship Id="rId4" Type="http://schemas.openxmlformats.org/officeDocument/2006/relationships/tags" Target="../tags/tag67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tags" Target="../tags/tag69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7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75.xml"/><Relationship Id="rId2" Type="http://schemas.openxmlformats.org/officeDocument/2006/relationships/tags" Target="../tags/tag74.xml"/><Relationship Id="rId1" Type="http://schemas.openxmlformats.org/officeDocument/2006/relationships/tags" Target="../tags/tag73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77.xml"/><Relationship Id="rId4" Type="http://schemas.openxmlformats.org/officeDocument/2006/relationships/tags" Target="../tags/tag76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80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79.xml"/><Relationship Id="rId1" Type="http://schemas.openxmlformats.org/officeDocument/2006/relationships/tags" Target="../tags/tag78.xml"/><Relationship Id="rId6" Type="http://schemas.openxmlformats.org/officeDocument/2006/relationships/tags" Target="../tags/tag83.xml"/><Relationship Id="rId5" Type="http://schemas.openxmlformats.org/officeDocument/2006/relationships/tags" Target="../tags/tag82.xml"/><Relationship Id="rId4" Type="http://schemas.openxmlformats.org/officeDocument/2006/relationships/tags" Target="../tags/tag81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tags" Target="../tags/tag91.xml"/><Relationship Id="rId13" Type="http://schemas.openxmlformats.org/officeDocument/2006/relationships/tags" Target="../tags/tag96.xml"/><Relationship Id="rId3" Type="http://schemas.openxmlformats.org/officeDocument/2006/relationships/tags" Target="../tags/tag86.xml"/><Relationship Id="rId7" Type="http://schemas.openxmlformats.org/officeDocument/2006/relationships/tags" Target="../tags/tag90.xml"/><Relationship Id="rId12" Type="http://schemas.openxmlformats.org/officeDocument/2006/relationships/tags" Target="../tags/tag95.xml"/><Relationship Id="rId17" Type="http://schemas.openxmlformats.org/officeDocument/2006/relationships/slideMaster" Target="../slideMasters/slideMaster1.xml"/><Relationship Id="rId2" Type="http://schemas.openxmlformats.org/officeDocument/2006/relationships/tags" Target="../tags/tag85.xml"/><Relationship Id="rId16" Type="http://schemas.openxmlformats.org/officeDocument/2006/relationships/tags" Target="../tags/tag99.xml"/><Relationship Id="rId1" Type="http://schemas.openxmlformats.org/officeDocument/2006/relationships/tags" Target="../tags/tag84.xml"/><Relationship Id="rId6" Type="http://schemas.openxmlformats.org/officeDocument/2006/relationships/tags" Target="../tags/tag89.xml"/><Relationship Id="rId11" Type="http://schemas.openxmlformats.org/officeDocument/2006/relationships/tags" Target="../tags/tag94.xml"/><Relationship Id="rId5" Type="http://schemas.openxmlformats.org/officeDocument/2006/relationships/tags" Target="../tags/tag88.xml"/><Relationship Id="rId15" Type="http://schemas.openxmlformats.org/officeDocument/2006/relationships/tags" Target="../tags/tag98.xml"/><Relationship Id="rId10" Type="http://schemas.openxmlformats.org/officeDocument/2006/relationships/tags" Target="../tags/tag93.xml"/><Relationship Id="rId4" Type="http://schemas.openxmlformats.org/officeDocument/2006/relationships/tags" Target="../tags/tag87.xml"/><Relationship Id="rId9" Type="http://schemas.openxmlformats.org/officeDocument/2006/relationships/tags" Target="../tags/tag92.xml"/><Relationship Id="rId14" Type="http://schemas.openxmlformats.org/officeDocument/2006/relationships/tags" Target="../tags/tag9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任意多边形 14"/>
          <p:cNvSpPr/>
          <p:nvPr>
            <p:custDataLst>
              <p:tags r:id="rId1"/>
            </p:custDataLst>
          </p:nvPr>
        </p:nvSpPr>
        <p:spPr>
          <a:xfrm>
            <a:off x="-14605" y="0"/>
            <a:ext cx="6006465" cy="685800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9459" h="10862">
                <a:moveTo>
                  <a:pt x="0" y="0"/>
                </a:moveTo>
                <a:lnTo>
                  <a:pt x="7595" y="0"/>
                </a:lnTo>
                <a:lnTo>
                  <a:pt x="7612" y="22"/>
                </a:lnTo>
                <a:cubicBezTo>
                  <a:pt x="8770" y="1514"/>
                  <a:pt x="9459" y="3388"/>
                  <a:pt x="9459" y="5423"/>
                </a:cubicBezTo>
                <a:cubicBezTo>
                  <a:pt x="9459" y="7458"/>
                  <a:pt x="8770" y="9332"/>
                  <a:pt x="7612" y="10824"/>
                </a:cubicBezTo>
                <a:lnTo>
                  <a:pt x="7582" y="10862"/>
                </a:lnTo>
                <a:lnTo>
                  <a:pt x="0" y="10862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ffectLst>
            <a:outerShdw blurRad="495300" dist="38100" dir="2700000" algn="tl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12" name="任意多边形 11"/>
          <p:cNvSpPr/>
          <p:nvPr>
            <p:custDataLst>
              <p:tags r:id="rId2"/>
            </p:custDataLst>
          </p:nvPr>
        </p:nvSpPr>
        <p:spPr>
          <a:xfrm rot="16200000">
            <a:off x="-1383662" y="1369058"/>
            <a:ext cx="6857999" cy="4119881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10858" h="6488">
                <a:moveTo>
                  <a:pt x="0" y="0"/>
                </a:moveTo>
                <a:lnTo>
                  <a:pt x="10858" y="0"/>
                </a:lnTo>
                <a:lnTo>
                  <a:pt x="10858" y="2789"/>
                </a:lnTo>
                <a:lnTo>
                  <a:pt x="10834" y="2850"/>
                </a:lnTo>
                <a:cubicBezTo>
                  <a:pt x="9962" y="4984"/>
                  <a:pt x="7865" y="6488"/>
                  <a:pt x="5417" y="6488"/>
                </a:cubicBezTo>
                <a:cubicBezTo>
                  <a:pt x="2982" y="6488"/>
                  <a:pt x="895" y="5001"/>
                  <a:pt x="15" y="2885"/>
                </a:cubicBezTo>
                <a:lnTo>
                  <a:pt x="0" y="2849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ffectLst>
            <a:outerShdw blurRad="495300" dist="152400" dir="2700000" algn="tl" rotWithShape="0">
              <a:schemeClr val="accent1"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 dirty="0">
              <a:solidFill>
                <a:schemeClr val="lt1"/>
              </a:solidFill>
              <a:cs typeface="MiSans Normal" panose="00000500000000000000" charset="-122"/>
            </a:endParaRPr>
          </a:p>
        </p:txBody>
      </p:sp>
      <p:sp>
        <p:nvSpPr>
          <p:cNvPr id="11" name="任意多边形 10"/>
          <p:cNvSpPr/>
          <p:nvPr>
            <p:custDataLst>
              <p:tags r:id="rId3"/>
            </p:custDataLst>
          </p:nvPr>
        </p:nvSpPr>
        <p:spPr>
          <a:xfrm rot="16200000">
            <a:off x="-1331245" y="2313346"/>
            <a:ext cx="4864351" cy="2231073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7660" h="3514">
                <a:moveTo>
                  <a:pt x="0" y="0"/>
                </a:moveTo>
                <a:lnTo>
                  <a:pt x="7660" y="0"/>
                </a:lnTo>
                <a:lnTo>
                  <a:pt x="7659" y="14"/>
                </a:lnTo>
                <a:cubicBezTo>
                  <a:pt x="7485" y="1975"/>
                  <a:pt x="5837" y="3514"/>
                  <a:pt x="3830" y="3514"/>
                </a:cubicBezTo>
                <a:cubicBezTo>
                  <a:pt x="1822" y="3514"/>
                  <a:pt x="173" y="1974"/>
                  <a:pt x="1" y="1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ffectLst>
            <a:outerShdw blurRad="495300" dist="38100" dir="2700000" algn="tl" rotWithShape="0">
              <a:schemeClr val="accent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>
              <a:solidFill>
                <a:schemeClr val="lt1"/>
              </a:solidFill>
              <a:cs typeface="MiSans Normal" panose="00000500000000000000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4"/>
            </p:custDataLst>
          </p:nvPr>
        </p:nvSpPr>
        <p:spPr>
          <a:xfrm rot="10800000">
            <a:off x="5155565" y="3855720"/>
            <a:ext cx="5383530" cy="11112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cxnSp>
        <p:nvCxnSpPr>
          <p:cNvPr id="10" name="直接连接符 9"/>
          <p:cNvCxnSpPr/>
          <p:nvPr>
            <p:custDataLst>
              <p:tags r:id="rId5"/>
            </p:custDataLst>
          </p:nvPr>
        </p:nvCxnSpPr>
        <p:spPr>
          <a:xfrm>
            <a:off x="11197590" y="3002915"/>
            <a:ext cx="215900" cy="0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>
            <p:custDataLst>
              <p:tags r:id="rId6"/>
            </p:custDataLst>
          </p:nvPr>
        </p:nvCxnSpPr>
        <p:spPr>
          <a:xfrm>
            <a:off x="11305540" y="1934210"/>
            <a:ext cx="0" cy="594995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>
            <p:custDataLst>
              <p:tags r:id="rId7"/>
            </p:custDataLst>
          </p:nvPr>
        </p:nvCxnSpPr>
        <p:spPr>
          <a:xfrm>
            <a:off x="11305540" y="3476625"/>
            <a:ext cx="0" cy="636905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椭圆 21"/>
          <p:cNvSpPr/>
          <p:nvPr>
            <p:custDataLst>
              <p:tags r:id="rId8"/>
            </p:custDataLst>
          </p:nvPr>
        </p:nvSpPr>
        <p:spPr>
          <a:xfrm>
            <a:off x="10027285" y="4343400"/>
            <a:ext cx="538480" cy="538480"/>
          </a:xfrm>
          <a:prstGeom prst="ellipse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21" name="椭圆 20"/>
          <p:cNvSpPr/>
          <p:nvPr>
            <p:custDataLst>
              <p:tags r:id="rId9"/>
            </p:custDataLst>
          </p:nvPr>
        </p:nvSpPr>
        <p:spPr>
          <a:xfrm>
            <a:off x="10133965" y="4450080"/>
            <a:ext cx="325120" cy="32512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60000" lnSpcReduction="20000"/>
          </a:bodyPr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90" name="向下箭头"/>
          <p:cNvSpPr/>
          <p:nvPr>
            <p:custDataLst>
              <p:tags r:id="rId10"/>
            </p:custDataLst>
          </p:nvPr>
        </p:nvSpPr>
        <p:spPr>
          <a:xfrm>
            <a:off x="10238105" y="4542790"/>
            <a:ext cx="118745" cy="139700"/>
          </a:xfrm>
          <a:custGeom>
            <a:avLst/>
            <a:gdLst>
              <a:gd name="connsiteX0" fmla="*/ 222512 w 477622"/>
              <a:gd name="connsiteY0" fmla="*/ 0 h 559381"/>
              <a:gd name="connsiteX1" fmla="*/ 258512 w 477622"/>
              <a:gd name="connsiteY1" fmla="*/ 0 h 559381"/>
              <a:gd name="connsiteX2" fmla="*/ 258512 w 477622"/>
              <a:gd name="connsiteY2" fmla="*/ 488296 h 559381"/>
              <a:gd name="connsiteX3" fmla="*/ 452168 w 477622"/>
              <a:gd name="connsiteY3" fmla="*/ 294641 h 559381"/>
              <a:gd name="connsiteX4" fmla="*/ 477622 w 477622"/>
              <a:gd name="connsiteY4" fmla="*/ 320096 h 559381"/>
              <a:gd name="connsiteX5" fmla="*/ 264266 w 477622"/>
              <a:gd name="connsiteY5" fmla="*/ 533452 h 559381"/>
              <a:gd name="connsiteX6" fmla="*/ 264740 w 477622"/>
              <a:gd name="connsiteY6" fmla="*/ 533926 h 559381"/>
              <a:gd name="connsiteX7" fmla="*/ 239284 w 477622"/>
              <a:gd name="connsiteY7" fmla="*/ 559381 h 559381"/>
              <a:gd name="connsiteX8" fmla="*/ 238812 w 477622"/>
              <a:gd name="connsiteY8" fmla="*/ 558908 h 559381"/>
              <a:gd name="connsiteX9" fmla="*/ 238338 w 477622"/>
              <a:gd name="connsiteY9" fmla="*/ 559381 h 559381"/>
              <a:gd name="connsiteX10" fmla="*/ 212882 w 477622"/>
              <a:gd name="connsiteY10" fmla="*/ 533926 h 559381"/>
              <a:gd name="connsiteX11" fmla="*/ 213356 w 477622"/>
              <a:gd name="connsiteY11" fmla="*/ 533452 h 559381"/>
              <a:gd name="connsiteX12" fmla="*/ 0 w 477622"/>
              <a:gd name="connsiteY12" fmla="*/ 320096 h 559381"/>
              <a:gd name="connsiteX13" fmla="*/ 25456 w 477622"/>
              <a:gd name="connsiteY13" fmla="*/ 294641 h 559381"/>
              <a:gd name="connsiteX14" fmla="*/ 222512 w 477622"/>
              <a:gd name="connsiteY14" fmla="*/ 491698 h 559381"/>
              <a:gd name="connsiteX15" fmla="*/ 222512 w 477622"/>
              <a:gd name="connsiteY15" fmla="*/ 0 h 559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77622" h="559381">
                <a:moveTo>
                  <a:pt x="222512" y="0"/>
                </a:moveTo>
                <a:lnTo>
                  <a:pt x="258512" y="0"/>
                </a:lnTo>
                <a:lnTo>
                  <a:pt x="258512" y="488296"/>
                </a:lnTo>
                <a:lnTo>
                  <a:pt x="452168" y="294641"/>
                </a:lnTo>
                <a:lnTo>
                  <a:pt x="477622" y="320096"/>
                </a:lnTo>
                <a:lnTo>
                  <a:pt x="264266" y="533452"/>
                </a:lnTo>
                <a:lnTo>
                  <a:pt x="264740" y="533926"/>
                </a:lnTo>
                <a:lnTo>
                  <a:pt x="239284" y="559381"/>
                </a:lnTo>
                <a:lnTo>
                  <a:pt x="238812" y="558908"/>
                </a:lnTo>
                <a:lnTo>
                  <a:pt x="238338" y="559381"/>
                </a:lnTo>
                <a:lnTo>
                  <a:pt x="212882" y="533926"/>
                </a:lnTo>
                <a:lnTo>
                  <a:pt x="213356" y="533452"/>
                </a:lnTo>
                <a:lnTo>
                  <a:pt x="0" y="320096"/>
                </a:lnTo>
                <a:lnTo>
                  <a:pt x="25456" y="294641"/>
                </a:lnTo>
                <a:lnTo>
                  <a:pt x="222512" y="491698"/>
                </a:lnTo>
                <a:lnTo>
                  <a:pt x="222512" y="0"/>
                </a:ln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rmAutofit fontScale="250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14" name="任意多边形 13"/>
          <p:cNvSpPr/>
          <p:nvPr>
            <p:custDataLst>
              <p:tags r:id="rId11"/>
            </p:custDataLst>
          </p:nvPr>
        </p:nvSpPr>
        <p:spPr>
          <a:xfrm>
            <a:off x="8945880" y="5997575"/>
            <a:ext cx="3246120" cy="86042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112" h="1355">
                <a:moveTo>
                  <a:pt x="301" y="0"/>
                </a:moveTo>
                <a:lnTo>
                  <a:pt x="5112" y="0"/>
                </a:lnTo>
                <a:lnTo>
                  <a:pt x="5112" y="1355"/>
                </a:lnTo>
                <a:lnTo>
                  <a:pt x="0" y="1355"/>
                </a:lnTo>
                <a:lnTo>
                  <a:pt x="0" y="301"/>
                </a:lnTo>
                <a:cubicBezTo>
                  <a:pt x="0" y="135"/>
                  <a:pt x="135" y="0"/>
                  <a:pt x="301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12"/>
            </p:custDataLst>
          </p:nvPr>
        </p:nvSpPr>
        <p:spPr>
          <a:xfrm>
            <a:off x="2273300" y="1901190"/>
            <a:ext cx="8413750" cy="1709420"/>
          </a:xfrm>
          <a:prstGeom prst="rect">
            <a:avLst/>
          </a:prstGeom>
          <a:noFill/>
        </p:spPr>
        <p:txBody>
          <a:bodyPr wrap="square" lIns="91440" tIns="45720" rIns="91440" bIns="45720" rtlCol="0" anchor="b" anchorCtr="0">
            <a:normAutofit/>
          </a:bodyPr>
          <a:lstStyle>
            <a:lvl1pPr marL="0" marR="0" lvl="0" algn="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7200" b="0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MiSans Heavy" panose="00000A00000000000000" charset="-122"/>
                <a:sym typeface="+mn-ea"/>
              </a:defRPr>
            </a:lvl1pPr>
          </a:lstStyle>
          <a:p>
            <a:pPr lvl="0" algn="r">
              <a:buClrTx/>
              <a:buSzTx/>
              <a:buFontTx/>
            </a:pPr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2025/8/15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8" name="署名占位符 10"/>
          <p:cNvSpPr>
            <a:spLocks noGrp="1"/>
          </p:cNvSpPr>
          <p:nvPr>
            <p:ph type="body" sz="quarter" idx="17" hasCustomPrompt="1"/>
            <p:custDataLst>
              <p:tags r:id="rId16"/>
            </p:custDataLst>
          </p:nvPr>
        </p:nvSpPr>
        <p:spPr>
          <a:xfrm>
            <a:off x="2273299" y="4275976"/>
            <a:ext cx="7589519" cy="656600"/>
          </a:xfrm>
        </p:spPr>
        <p:txBody>
          <a:bodyPr wrap="square" anchor="ctr">
            <a:normAutofit/>
          </a:bodyPr>
          <a:lstStyle>
            <a:lvl1pPr marL="0" indent="0" algn="r">
              <a:lnSpc>
                <a:spcPct val="100000"/>
              </a:lnSpc>
              <a:buNone/>
              <a:defRPr sz="2000" b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署名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正文"/>
          <p:cNvSpPr txBox="1">
            <a:spLocks noGrp="1"/>
          </p:cNvSpPr>
          <p:nvPr>
            <p:ph idx="3"/>
            <p:custDataLst>
              <p:tags r:id="rId1"/>
            </p:custDataLst>
          </p:nvPr>
        </p:nvSpPr>
        <p:spPr>
          <a:xfrm>
            <a:off x="695960" y="1245235"/>
            <a:ext cx="10800080" cy="493141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defPPr>
              <a:defRPr lang="zh-CN"/>
            </a:defPPr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MiSans Normal" panose="00000500000000000000" charset="-122"/>
                <a:sym typeface="+mn-ea"/>
              </a:defRPr>
            </a:lvl1pPr>
            <a:lvl2pPr marL="449580" marR="0" lvl="1" indent="-23177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2pPr>
            <a:lvl3pPr marL="719455" marR="0" lvl="2" indent="-27622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3pPr>
            <a:lvl4pPr marL="987425" marR="0" lvl="3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tabLst>
                <a:tab pos="899795" algn="l"/>
              </a:tabLst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4pPr>
            <a:lvl5pPr marL="1256030" marR="0" lvl="4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>
              <a:spcBef>
                <a:spcPts val="1200"/>
              </a:spcBef>
              <a:spcAft>
                <a:spcPts val="0"/>
              </a:spcAft>
            </a:pPr>
            <a:r>
              <a:rPr>
                <a:sym typeface="+mn-ea"/>
              </a:rPr>
              <a:t>单击此处编辑母版文本样式</a:t>
            </a:r>
          </a:p>
          <a:p>
            <a:pPr lvl="1">
              <a:spcBef>
                <a:spcPts val="1200"/>
              </a:spcBef>
              <a:spcAft>
                <a:spcPts val="0"/>
              </a:spcAft>
            </a:pPr>
            <a:r>
              <a:rPr>
                <a:sym typeface="+mn-ea"/>
              </a:rPr>
              <a:t>第二级</a:t>
            </a:r>
          </a:p>
          <a:p>
            <a:pPr lvl="2">
              <a:spcBef>
                <a:spcPts val="1200"/>
              </a:spcBef>
              <a:spcAft>
                <a:spcPts val="0"/>
              </a:spcAft>
            </a:pPr>
            <a:r>
              <a:rPr>
                <a:sym typeface="+mn-ea"/>
              </a:rPr>
              <a:t>第三级</a:t>
            </a:r>
          </a:p>
          <a:p>
            <a:pPr lvl="3">
              <a:spcBef>
                <a:spcPts val="1200"/>
              </a:spcBef>
              <a:spcAft>
                <a:spcPts val="0"/>
              </a:spcAft>
            </a:pPr>
            <a:r>
              <a:rPr>
                <a:sym typeface="+mn-ea"/>
              </a:rPr>
              <a:t>第四级</a:t>
            </a:r>
          </a:p>
          <a:p>
            <a:pPr lvl="4">
              <a:spcBef>
                <a:spcPts val="1200"/>
              </a:spcBef>
              <a:spcAft>
                <a:spcPts val="0"/>
              </a:spcAft>
            </a:pPr>
            <a:r>
              <a:rPr>
                <a:sym typeface="+mn-ea"/>
              </a:rPr>
              <a:t>第五级</a:t>
            </a:r>
          </a:p>
        </p:txBody>
      </p:sp>
      <p:sp>
        <p:nvSpPr>
          <p:cNvPr id="14" name="任意多边形 13"/>
          <p:cNvSpPr/>
          <p:nvPr userDrawn="1">
            <p:custDataLst>
              <p:tags r:id="rId2"/>
            </p:custDataLst>
          </p:nvPr>
        </p:nvSpPr>
        <p:spPr>
          <a:xfrm rot="5400000" flipV="1">
            <a:off x="-300990" y="301625"/>
            <a:ext cx="987425" cy="38481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001" h="606">
                <a:moveTo>
                  <a:pt x="0" y="0"/>
                </a:moveTo>
                <a:lnTo>
                  <a:pt x="2001" y="0"/>
                </a:lnTo>
                <a:lnTo>
                  <a:pt x="2001" y="256"/>
                </a:lnTo>
                <a:cubicBezTo>
                  <a:pt x="2001" y="450"/>
                  <a:pt x="1845" y="606"/>
                  <a:pt x="1651" y="606"/>
                </a:cubicBezTo>
                <a:lnTo>
                  <a:pt x="0" y="606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7" name="标题"/>
          <p:cNvSpPr>
            <a:spLocks noGrp="1"/>
          </p:cNvSpPr>
          <p:nvPr>
            <p:ph type="title" idx="1"/>
            <p:custDataLst>
              <p:tags r:id="rId3"/>
            </p:custDataLst>
          </p:nvPr>
        </p:nvSpPr>
        <p:spPr>
          <a:xfrm>
            <a:off x="695960" y="360000"/>
            <a:ext cx="10800080" cy="720000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600" b="0" i="0" u="none" strike="noStrike" kern="1200" cap="none" spc="300" normalizeH="0" baseline="0" noProof="1" dirty="0" smtClea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lt"/>
                <a:cs typeface="MiSans Normal" panose="00000500000000000000" charset="-122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94055" y="6314440"/>
            <a:ext cx="2618105" cy="31686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2025/8/15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300" y="6314440"/>
            <a:ext cx="2618740" cy="31686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" name="直接连接符 59"/>
          <p:cNvCxnSpPr/>
          <p:nvPr>
            <p:custDataLst>
              <p:tags r:id="rId1"/>
            </p:custDataLst>
          </p:nvPr>
        </p:nvCxnSpPr>
        <p:spPr>
          <a:xfrm>
            <a:off x="3509010" y="1475105"/>
            <a:ext cx="0" cy="4572000"/>
          </a:xfrm>
          <a:prstGeom prst="line">
            <a:avLst/>
          </a:prstGeom>
          <a:ln>
            <a:solidFill>
              <a:schemeClr val="bg2">
                <a:lumMod val="50000"/>
                <a:alpha val="20000"/>
              </a:scheme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任意多边形 7"/>
          <p:cNvSpPr/>
          <p:nvPr>
            <p:custDataLst>
              <p:tags r:id="rId2"/>
            </p:custDataLst>
          </p:nvPr>
        </p:nvSpPr>
        <p:spPr>
          <a:xfrm>
            <a:off x="-18415" y="0"/>
            <a:ext cx="2251075" cy="87185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545" h="1373">
                <a:moveTo>
                  <a:pt x="0" y="0"/>
                </a:moveTo>
                <a:lnTo>
                  <a:pt x="3545" y="0"/>
                </a:lnTo>
                <a:lnTo>
                  <a:pt x="3545" y="1023"/>
                </a:lnTo>
                <a:cubicBezTo>
                  <a:pt x="3545" y="1217"/>
                  <a:pt x="3389" y="1373"/>
                  <a:pt x="3195" y="1373"/>
                </a:cubicBezTo>
                <a:lnTo>
                  <a:pt x="9" y="1373"/>
                </a:lnTo>
                <a:lnTo>
                  <a:pt x="0" y="1373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6" name="标题"/>
          <p:cNvSpPr txBox="1">
            <a:spLocks noGrp="1"/>
          </p:cNvSpPr>
          <p:nvPr>
            <p:ph type="title" idx="1" hasCustomPrompt="1"/>
            <p:custDataLst>
              <p:tags r:id="rId3"/>
            </p:custDataLst>
          </p:nvPr>
        </p:nvSpPr>
        <p:spPr>
          <a:xfrm>
            <a:off x="1166495" y="1793240"/>
            <a:ext cx="1375410" cy="3604895"/>
          </a:xfrm>
          <a:prstGeom prst="rect">
            <a:avLst/>
          </a:prstGeom>
          <a:noFill/>
        </p:spPr>
        <p:txBody>
          <a:bodyPr vert="eaVert" wrap="square" lIns="91440" tIns="45720" rIns="91440" bIns="45720" rtlCol="0" anchor="ctr" anchorCtr="0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6000" b="0" i="0" u="none" strike="noStrike" kern="1200" cap="none" spc="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MiSans Normal" panose="000005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sym typeface="+mn-ea"/>
              </a:rPr>
              <a:t>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2025/8/15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椭圆 11"/>
          <p:cNvSpPr/>
          <p:nvPr>
            <p:custDataLst>
              <p:tags r:id="rId1"/>
            </p:custDataLst>
          </p:nvPr>
        </p:nvSpPr>
        <p:spPr>
          <a:xfrm rot="16200000">
            <a:off x="977900" y="1336040"/>
            <a:ext cx="4351020" cy="4351020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outerShdw blurRad="495300" dist="38100" dir="2700000" algn="tl" rotWithShape="0">
              <a:schemeClr val="accent1">
                <a:alpha val="1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>
              <a:solidFill>
                <a:schemeClr val="lt1"/>
              </a:solidFill>
              <a:cs typeface="MiSans Normal" panose="00000500000000000000" charset="-122"/>
            </a:endParaRPr>
          </a:p>
        </p:txBody>
      </p:sp>
      <p:sp>
        <p:nvSpPr>
          <p:cNvPr id="11" name="椭圆 10"/>
          <p:cNvSpPr/>
          <p:nvPr>
            <p:custDataLst>
              <p:tags r:id="rId2"/>
            </p:custDataLst>
          </p:nvPr>
        </p:nvSpPr>
        <p:spPr>
          <a:xfrm rot="16200000">
            <a:off x="1828800" y="2186940"/>
            <a:ext cx="2649220" cy="2649220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outerShdw blurRad="495300" dist="38100" dir="2700000" algn="tl" rotWithShape="0">
              <a:schemeClr val="accent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>
              <a:solidFill>
                <a:schemeClr val="lt1"/>
              </a:solidFill>
              <a:cs typeface="MiSans Normal" panose="00000500000000000000" charset="-122"/>
            </a:endParaRPr>
          </a:p>
        </p:txBody>
      </p:sp>
      <p:sp>
        <p:nvSpPr>
          <p:cNvPr id="9" name="弧形 8"/>
          <p:cNvSpPr/>
          <p:nvPr>
            <p:custDataLst>
              <p:tags r:id="rId3"/>
            </p:custDataLst>
          </p:nvPr>
        </p:nvSpPr>
        <p:spPr>
          <a:xfrm>
            <a:off x="301625" y="659765"/>
            <a:ext cx="5703570" cy="5703570"/>
          </a:xfrm>
          <a:prstGeom prst="arc">
            <a:avLst>
              <a:gd name="adj1" fmla="val 16200000"/>
              <a:gd name="adj2" fmla="val 5319923"/>
            </a:avLst>
          </a:prstGeom>
          <a:ln>
            <a:solidFill>
              <a:schemeClr val="bg2">
                <a:lumMod val="85000"/>
              </a:scheme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10" name="圆角矩形 9"/>
          <p:cNvSpPr/>
          <p:nvPr>
            <p:custDataLst>
              <p:tags r:id="rId4"/>
            </p:custDataLst>
          </p:nvPr>
        </p:nvSpPr>
        <p:spPr>
          <a:xfrm rot="10800000">
            <a:off x="6876415" y="3851910"/>
            <a:ext cx="2408555" cy="15938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14" name="任意多边形 13"/>
          <p:cNvSpPr/>
          <p:nvPr>
            <p:custDataLst>
              <p:tags r:id="rId5"/>
            </p:custDataLst>
          </p:nvPr>
        </p:nvSpPr>
        <p:spPr>
          <a:xfrm flipV="1">
            <a:off x="8945880" y="0"/>
            <a:ext cx="3246120" cy="86042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112" h="1355">
                <a:moveTo>
                  <a:pt x="301" y="0"/>
                </a:moveTo>
                <a:lnTo>
                  <a:pt x="5112" y="0"/>
                </a:lnTo>
                <a:lnTo>
                  <a:pt x="5112" y="1355"/>
                </a:lnTo>
                <a:lnTo>
                  <a:pt x="0" y="1355"/>
                </a:lnTo>
                <a:lnTo>
                  <a:pt x="0" y="301"/>
                </a:lnTo>
                <a:cubicBezTo>
                  <a:pt x="0" y="135"/>
                  <a:pt x="135" y="0"/>
                  <a:pt x="301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8" name="节编号"/>
          <p:cNvSpPr txBox="1">
            <a:spLocks noGrp="1"/>
          </p:cNvSpPr>
          <p:nvPr>
            <p:ph type="body" idx="2" hasCustomPrompt="1"/>
            <p:custDataLst>
              <p:tags r:id="rId6"/>
            </p:custDataLst>
          </p:nvPr>
        </p:nvSpPr>
        <p:spPr>
          <a:xfrm>
            <a:off x="1828800" y="3004185"/>
            <a:ext cx="2649220" cy="1208405"/>
          </a:xfrm>
          <a:prstGeom prst="rect">
            <a:avLst/>
          </a:prstGeom>
          <a:noFill/>
        </p:spPr>
        <p:txBody>
          <a:bodyPr wrap="square" lIns="91440" tIns="45720" rIns="91440" bIns="45720" rtlCol="0" anchor="t" anchorCtr="0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altLang="zh-CN" sz="6000" b="0" i="0" u="none" strike="noStrike" kern="1200" cap="none" spc="20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MiSans Heavy" panose="00000A00000000000000" charset="-122"/>
                <a:ea typeface="MiSans Heavy" panose="00000A00000000000000" charset="-122"/>
                <a:cs typeface="MiSans Normal" panose="00000500000000000000" charset="-122"/>
                <a:sym typeface="+mn-ea"/>
              </a:defRPr>
            </a:lvl1pPr>
          </a:lstStyle>
          <a:p>
            <a:pPr lvl="0" algn="ctr">
              <a:buClrTx/>
              <a:buSzTx/>
              <a:buFontTx/>
            </a:pPr>
            <a:r>
              <a:rPr>
                <a:sym typeface="+mn-ea"/>
              </a:rPr>
              <a:t>节编号</a:t>
            </a:r>
          </a:p>
        </p:txBody>
      </p:sp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7"/>
            </p:custDataLst>
          </p:nvPr>
        </p:nvSpPr>
        <p:spPr>
          <a:xfrm>
            <a:off x="6732905" y="2092325"/>
            <a:ext cx="5005070" cy="1684020"/>
          </a:xfrm>
          <a:prstGeom prst="rect">
            <a:avLst/>
          </a:prstGeom>
          <a:noFill/>
        </p:spPr>
        <p:txBody>
          <a:bodyPr wrap="square" lIns="91440" tIns="45720" rIns="91440" bIns="4572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4800" b="0" i="0" u="none" strike="noStrike" kern="1200" cap="none" spc="20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ea"/>
                <a:ea typeface="+mj-ea"/>
                <a:cs typeface="MiSans Normal" panose="000005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>
                <a:sym typeface="+mn-ea"/>
              </a:rPr>
              <a:t>单击编辑标题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2025/8/15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标题和两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正文"/>
          <p:cNvSpPr txBox="1">
            <a:spLocks noGrp="1"/>
          </p:cNvSpPr>
          <p:nvPr>
            <p:ph idx="4"/>
            <p:custDataLst>
              <p:tags r:id="rId1"/>
            </p:custDataLst>
          </p:nvPr>
        </p:nvSpPr>
        <p:spPr>
          <a:xfrm>
            <a:off x="6400800" y="1245235"/>
            <a:ext cx="5095240" cy="4930775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defPPr>
              <a:defRPr lang="zh-CN"/>
            </a:defPPr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ea"/>
                <a:ea typeface="+mn-ea"/>
                <a:cs typeface="MiSans Normal" panose="00000500000000000000" charset="-122"/>
                <a:sym typeface="+mn-ea"/>
              </a:defRPr>
            </a:lvl1pPr>
            <a:lvl2pPr marL="449580" marR="0" lvl="1" indent="-23177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2pPr>
            <a:lvl3pPr marL="719455" marR="0" lvl="2" indent="-27622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3pPr>
            <a:lvl4pPr marL="987425" marR="0" lvl="3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tabLst>
                <a:tab pos="899795" algn="l"/>
              </a:tabLst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4pPr>
            <a:lvl5pPr marL="1256030" marR="0" lvl="4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  <a:p>
            <a:pPr lvl="1"/>
            <a:r>
              <a:rPr>
                <a:sym typeface="+mn-ea"/>
              </a:rPr>
              <a:t>第二级</a:t>
            </a:r>
          </a:p>
          <a:p>
            <a:pPr lvl="2"/>
            <a:r>
              <a:rPr>
                <a:sym typeface="+mn-ea"/>
              </a:rPr>
              <a:t>第三级</a:t>
            </a:r>
          </a:p>
          <a:p>
            <a:pPr lvl="3"/>
            <a:r>
              <a:rPr>
                <a:sym typeface="+mn-ea"/>
              </a:rPr>
              <a:t>第四级</a:t>
            </a:r>
          </a:p>
          <a:p>
            <a:pPr lvl="4"/>
            <a:r>
              <a:rPr>
                <a:sym typeface="+mn-ea"/>
              </a:rPr>
              <a:t>第五级</a:t>
            </a:r>
          </a:p>
        </p:txBody>
      </p:sp>
      <p:sp>
        <p:nvSpPr>
          <p:cNvPr id="9" name="正文"/>
          <p:cNvSpPr txBox="1">
            <a:spLocks noGrp="1"/>
          </p:cNvSpPr>
          <p:nvPr>
            <p:ph idx="3"/>
            <p:custDataLst>
              <p:tags r:id="rId2"/>
            </p:custDataLst>
          </p:nvPr>
        </p:nvSpPr>
        <p:spPr>
          <a:xfrm>
            <a:off x="695960" y="1245235"/>
            <a:ext cx="5088890" cy="4930775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ea"/>
                <a:ea typeface="+mn-ea"/>
                <a:cs typeface="MiSans Normal" panose="00000500000000000000" charset="-122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>
              <a:spcBef>
                <a:spcPts val="1800"/>
              </a:spcBef>
              <a:spcAft>
                <a:spcPts val="0"/>
              </a:spcAft>
            </a:pPr>
            <a:r>
              <a:rPr>
                <a:sym typeface="+mn-ea"/>
              </a:rPr>
              <a:t>单击此处编辑母版文本样式</a:t>
            </a:r>
          </a:p>
          <a:p>
            <a:pPr lvl="1">
              <a:spcBef>
                <a:spcPts val="1800"/>
              </a:spcBef>
              <a:spcAft>
                <a:spcPts val="0"/>
              </a:spcAft>
            </a:pPr>
            <a:r>
              <a:rPr>
                <a:sym typeface="+mn-ea"/>
              </a:rPr>
              <a:t>第二级</a:t>
            </a:r>
          </a:p>
          <a:p>
            <a:pPr lvl="2">
              <a:spcBef>
                <a:spcPts val="1800"/>
              </a:spcBef>
              <a:spcAft>
                <a:spcPts val="0"/>
              </a:spcAft>
            </a:pPr>
            <a:r>
              <a:rPr>
                <a:sym typeface="+mn-ea"/>
              </a:rPr>
              <a:t>第三级</a:t>
            </a:r>
          </a:p>
          <a:p>
            <a:pPr lvl="3">
              <a:spcBef>
                <a:spcPts val="1800"/>
              </a:spcBef>
              <a:spcAft>
                <a:spcPts val="0"/>
              </a:spcAft>
            </a:pPr>
            <a:r>
              <a:rPr>
                <a:sym typeface="+mn-ea"/>
              </a:rPr>
              <a:t>第四级</a:t>
            </a:r>
          </a:p>
          <a:p>
            <a:pPr lvl="4">
              <a:spcBef>
                <a:spcPts val="1800"/>
              </a:spcBef>
              <a:spcAft>
                <a:spcPts val="0"/>
              </a:spcAft>
            </a:pPr>
            <a:r>
              <a:rPr>
                <a:sym typeface="+mn-ea"/>
              </a:rPr>
              <a:t>第五级</a:t>
            </a:r>
          </a:p>
        </p:txBody>
      </p:sp>
      <p:sp>
        <p:nvSpPr>
          <p:cNvPr id="14" name="任意多边形 13"/>
          <p:cNvSpPr/>
          <p:nvPr userDrawn="1">
            <p:custDataLst>
              <p:tags r:id="rId3"/>
            </p:custDataLst>
          </p:nvPr>
        </p:nvSpPr>
        <p:spPr>
          <a:xfrm rot="5400000" flipV="1">
            <a:off x="-300990" y="301625"/>
            <a:ext cx="987425" cy="38481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001" h="606">
                <a:moveTo>
                  <a:pt x="0" y="0"/>
                </a:moveTo>
                <a:lnTo>
                  <a:pt x="2001" y="0"/>
                </a:lnTo>
                <a:lnTo>
                  <a:pt x="2001" y="256"/>
                </a:lnTo>
                <a:cubicBezTo>
                  <a:pt x="2001" y="450"/>
                  <a:pt x="1845" y="606"/>
                  <a:pt x="1651" y="606"/>
                </a:cubicBezTo>
                <a:lnTo>
                  <a:pt x="0" y="606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8" name="标题"/>
          <p:cNvSpPr>
            <a:spLocks noGrp="1"/>
          </p:cNvSpPr>
          <p:nvPr>
            <p:ph type="title" idx="1"/>
            <p:custDataLst>
              <p:tags r:id="rId4"/>
            </p:custDataLst>
          </p:nvPr>
        </p:nvSpPr>
        <p:spPr>
          <a:xfrm>
            <a:off x="695960" y="360000"/>
            <a:ext cx="10800080" cy="720000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600" b="0" i="0" u="none" strike="noStrike" kern="1200" cap="none" spc="300" normalizeH="0" baseline="0" noProof="1" dirty="0" smtClea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lt"/>
                <a:cs typeface="MiSans Normal" panose="00000500000000000000" charset="-122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94055" y="6314440"/>
            <a:ext cx="2618105" cy="31686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2025/8/15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877300" y="6314440"/>
            <a:ext cx="2618740" cy="31686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标题和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正文"/>
          <p:cNvSpPr txBox="1">
            <a:spLocks noGrp="1"/>
          </p:cNvSpPr>
          <p:nvPr>
            <p:ph idx="6"/>
            <p:custDataLst>
              <p:tags r:id="rId1"/>
            </p:custDataLst>
          </p:nvPr>
        </p:nvSpPr>
        <p:spPr>
          <a:xfrm>
            <a:off x="6235065" y="1671955"/>
            <a:ext cx="5260975" cy="450469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defPPr>
              <a:defRPr lang="zh-CN"/>
            </a:defPPr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ea"/>
                <a:ea typeface="+mn-ea"/>
                <a:cs typeface="MiSans Normal" panose="00000500000000000000" charset="-122"/>
                <a:sym typeface="+mn-ea"/>
              </a:defRPr>
            </a:lvl1pPr>
            <a:lvl2pPr marL="449580" marR="0" lvl="1" indent="-23177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2pPr>
            <a:lvl3pPr marL="719455" marR="0" lvl="2" indent="-27622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3pPr>
            <a:lvl4pPr marL="987425" marR="0" lvl="3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tabLst>
                <a:tab pos="899795" algn="l"/>
              </a:tabLst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4pPr>
            <a:lvl5pPr marL="1256030" marR="0" lvl="4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  <a:p>
            <a:pPr lvl="1"/>
            <a:r>
              <a:rPr>
                <a:sym typeface="+mn-ea"/>
              </a:rPr>
              <a:t>第二级</a:t>
            </a:r>
          </a:p>
          <a:p>
            <a:pPr lvl="2"/>
            <a:r>
              <a:rPr>
                <a:sym typeface="+mn-ea"/>
              </a:rPr>
              <a:t>第三级</a:t>
            </a:r>
          </a:p>
          <a:p>
            <a:pPr lvl="3"/>
            <a:r>
              <a:rPr>
                <a:sym typeface="+mn-ea"/>
              </a:rPr>
              <a:t>第四级</a:t>
            </a:r>
          </a:p>
          <a:p>
            <a:pPr lvl="4"/>
            <a:r>
              <a:rPr>
                <a:sym typeface="+mn-ea"/>
              </a:rPr>
              <a:t>第五级</a:t>
            </a:r>
          </a:p>
        </p:txBody>
      </p:sp>
      <p:sp>
        <p:nvSpPr>
          <p:cNvPr id="14" name="标题"/>
          <p:cNvSpPr txBox="1">
            <a:spLocks noGrp="1"/>
          </p:cNvSpPr>
          <p:nvPr>
            <p:ph type="title" idx="5"/>
            <p:custDataLst>
              <p:tags r:id="rId2"/>
            </p:custDataLst>
          </p:nvPr>
        </p:nvSpPr>
        <p:spPr>
          <a:xfrm>
            <a:off x="6235065" y="1247140"/>
            <a:ext cx="5260975" cy="40005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000" b="1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MiSans Normal" panose="00000500000000000000" charset="-122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13" name="正文"/>
          <p:cNvSpPr txBox="1">
            <a:spLocks noGrp="1"/>
          </p:cNvSpPr>
          <p:nvPr>
            <p:ph idx="4"/>
            <p:custDataLst>
              <p:tags r:id="rId3"/>
            </p:custDataLst>
          </p:nvPr>
        </p:nvSpPr>
        <p:spPr>
          <a:xfrm>
            <a:off x="695325" y="1671955"/>
            <a:ext cx="5255260" cy="450469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defPPr>
              <a:defRPr lang="zh-CN"/>
            </a:defPPr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ea"/>
                <a:ea typeface="+mn-ea"/>
                <a:cs typeface="MiSans Normal" panose="00000500000000000000" charset="-122"/>
                <a:sym typeface="+mn-ea"/>
              </a:defRPr>
            </a:lvl1pPr>
            <a:lvl2pPr marL="449580" marR="0" lvl="1" indent="-23177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2pPr>
            <a:lvl3pPr marL="719455" marR="0" lvl="2" indent="-27622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3pPr>
            <a:lvl4pPr marL="987425" marR="0" lvl="3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tabLst>
                <a:tab pos="899795" algn="l"/>
              </a:tabLst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4pPr>
            <a:lvl5pPr marL="1256030" marR="0" lvl="4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  <a:p>
            <a:pPr lvl="1"/>
            <a:r>
              <a:rPr>
                <a:sym typeface="+mn-ea"/>
              </a:rPr>
              <a:t>第二级</a:t>
            </a:r>
          </a:p>
          <a:p>
            <a:pPr lvl="2"/>
            <a:r>
              <a:rPr>
                <a:sym typeface="+mn-ea"/>
              </a:rPr>
              <a:t>第三级</a:t>
            </a:r>
          </a:p>
          <a:p>
            <a:pPr lvl="3"/>
            <a:r>
              <a:rPr>
                <a:sym typeface="+mn-ea"/>
              </a:rPr>
              <a:t>第四级</a:t>
            </a:r>
          </a:p>
          <a:p>
            <a:pPr lvl="4"/>
            <a:r>
              <a:rPr>
                <a:sym typeface="+mn-ea"/>
              </a:rPr>
              <a:t>第五级</a:t>
            </a:r>
          </a:p>
        </p:txBody>
      </p:sp>
      <p:sp>
        <p:nvSpPr>
          <p:cNvPr id="12" name="标题"/>
          <p:cNvSpPr txBox="1">
            <a:spLocks noGrp="1"/>
          </p:cNvSpPr>
          <p:nvPr>
            <p:ph type="title" idx="3"/>
            <p:custDataLst>
              <p:tags r:id="rId4"/>
            </p:custDataLst>
          </p:nvPr>
        </p:nvSpPr>
        <p:spPr>
          <a:xfrm>
            <a:off x="695325" y="1247140"/>
            <a:ext cx="5255260" cy="40005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000" b="1" i="0" u="none" strike="noStrike" kern="1200" cap="none" spc="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MiSans Normal" panose="00000500000000000000" charset="-122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11" name="任意多边形 10"/>
          <p:cNvSpPr/>
          <p:nvPr userDrawn="1">
            <p:custDataLst>
              <p:tags r:id="rId5"/>
            </p:custDataLst>
          </p:nvPr>
        </p:nvSpPr>
        <p:spPr>
          <a:xfrm rot="5400000" flipV="1">
            <a:off x="-300990" y="301625"/>
            <a:ext cx="987425" cy="38481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001" h="606">
                <a:moveTo>
                  <a:pt x="0" y="0"/>
                </a:moveTo>
                <a:lnTo>
                  <a:pt x="2001" y="0"/>
                </a:lnTo>
                <a:lnTo>
                  <a:pt x="2001" y="256"/>
                </a:lnTo>
                <a:cubicBezTo>
                  <a:pt x="2001" y="450"/>
                  <a:pt x="1845" y="606"/>
                  <a:pt x="1651" y="606"/>
                </a:cubicBezTo>
                <a:lnTo>
                  <a:pt x="0" y="606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10" name="标题"/>
          <p:cNvSpPr txBox="1">
            <a:spLocks noGrp="1"/>
          </p:cNvSpPr>
          <p:nvPr>
            <p:ph type="title" idx="1"/>
            <p:custDataLst>
              <p:tags r:id="rId6"/>
            </p:custDataLst>
          </p:nvPr>
        </p:nvSpPr>
        <p:spPr>
          <a:xfrm>
            <a:off x="695960" y="360000"/>
            <a:ext cx="10800080" cy="720000"/>
          </a:xfrm>
          <a:prstGeom prst="rect">
            <a:avLst/>
          </a:prstGeom>
          <a:noFill/>
        </p:spPr>
        <p:txBody>
          <a:bodyPr wrap="square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200" b="0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lt"/>
                <a:cs typeface="MiSans Normal" panose="000005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699135" y="6314440"/>
            <a:ext cx="2613025" cy="31686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2025/8/15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877300" y="6314440"/>
            <a:ext cx="2618740" cy="31686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 6"/>
          <p:cNvSpPr/>
          <p:nvPr userDrawn="1">
            <p:custDataLst>
              <p:tags r:id="rId1"/>
            </p:custDataLst>
          </p:nvPr>
        </p:nvSpPr>
        <p:spPr>
          <a:xfrm rot="5400000" flipV="1">
            <a:off x="-300990" y="301625"/>
            <a:ext cx="987425" cy="38481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001" h="606">
                <a:moveTo>
                  <a:pt x="0" y="0"/>
                </a:moveTo>
                <a:lnTo>
                  <a:pt x="2001" y="0"/>
                </a:lnTo>
                <a:lnTo>
                  <a:pt x="2001" y="256"/>
                </a:lnTo>
                <a:cubicBezTo>
                  <a:pt x="2001" y="450"/>
                  <a:pt x="1845" y="606"/>
                  <a:pt x="1651" y="606"/>
                </a:cubicBezTo>
                <a:lnTo>
                  <a:pt x="0" y="606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6" name="标题"/>
          <p:cNvSpPr txBox="1">
            <a:spLocks noGrp="1"/>
          </p:cNvSpPr>
          <p:nvPr>
            <p:ph type="title" idx="1"/>
            <p:custDataLst>
              <p:tags r:id="rId2"/>
            </p:custDataLst>
          </p:nvPr>
        </p:nvSpPr>
        <p:spPr>
          <a:xfrm>
            <a:off x="695960" y="360000"/>
            <a:ext cx="10800080" cy="720000"/>
          </a:xfrm>
          <a:prstGeom prst="rect">
            <a:avLst/>
          </a:prstGeom>
          <a:noFill/>
        </p:spPr>
        <p:txBody>
          <a:bodyPr wrap="square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200" b="0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lt"/>
                <a:cs typeface="MiSans Normal" panose="000005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99135" y="6314440"/>
            <a:ext cx="2613025" cy="31686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2025/8/15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877300" y="6314440"/>
            <a:ext cx="2618740" cy="31686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任意多边形 13"/>
          <p:cNvSpPr/>
          <p:nvPr>
            <p:custDataLst>
              <p:tags r:id="rId1"/>
            </p:custDataLst>
          </p:nvPr>
        </p:nvSpPr>
        <p:spPr>
          <a:xfrm rot="5400000" flipV="1">
            <a:off x="-300990" y="301625"/>
            <a:ext cx="987425" cy="38481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001" h="606">
                <a:moveTo>
                  <a:pt x="0" y="0"/>
                </a:moveTo>
                <a:lnTo>
                  <a:pt x="2001" y="0"/>
                </a:lnTo>
                <a:lnTo>
                  <a:pt x="2001" y="256"/>
                </a:lnTo>
                <a:cubicBezTo>
                  <a:pt x="2001" y="450"/>
                  <a:pt x="1845" y="606"/>
                  <a:pt x="1651" y="606"/>
                </a:cubicBezTo>
                <a:lnTo>
                  <a:pt x="0" y="606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2025/8/15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文"/>
          <p:cNvSpPr txBox="1">
            <a:spLocks noGrp="1"/>
          </p:cNvSpPr>
          <p:nvPr>
            <p:ph idx="2"/>
            <p:custDataLst>
              <p:tags r:id="rId1"/>
            </p:custDataLst>
          </p:nvPr>
        </p:nvSpPr>
        <p:spPr>
          <a:xfrm>
            <a:off x="695960" y="360045"/>
            <a:ext cx="10801985" cy="581787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defPPr>
              <a:defRPr lang="zh-CN"/>
            </a:defPPr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ea"/>
                <a:ea typeface="+mn-ea"/>
                <a:cs typeface="MiSans Normal" panose="00000500000000000000" charset="-122"/>
                <a:sym typeface="+mn-ea"/>
              </a:defRPr>
            </a:lvl1pPr>
            <a:lvl2pPr marL="449580" marR="0" lvl="1" indent="-23177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2pPr>
            <a:lvl3pPr marL="719455" marR="0" lvl="2" indent="-27622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3pPr>
            <a:lvl4pPr marL="987425" marR="0" lvl="3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tabLst>
                <a:tab pos="899795" algn="l"/>
              </a:tabLst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4pPr>
            <a:lvl5pPr marL="1256030" marR="0" lvl="4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  <a:p>
            <a:pPr lvl="1"/>
            <a:r>
              <a:rPr>
                <a:sym typeface="+mn-ea"/>
              </a:rPr>
              <a:t>第二级</a:t>
            </a:r>
          </a:p>
          <a:p>
            <a:pPr lvl="2"/>
            <a:r>
              <a:rPr>
                <a:sym typeface="+mn-ea"/>
              </a:rPr>
              <a:t>第三级</a:t>
            </a:r>
          </a:p>
          <a:p>
            <a:pPr lvl="3"/>
            <a:r>
              <a:rPr>
                <a:sym typeface="+mn-ea"/>
              </a:rPr>
              <a:t>第四级</a:t>
            </a:r>
          </a:p>
          <a:p>
            <a:pPr lvl="4"/>
            <a:r>
              <a:rPr>
                <a:sym typeface="+mn-ea"/>
              </a:rPr>
              <a:t>第五级</a:t>
            </a:r>
          </a:p>
        </p:txBody>
      </p:sp>
      <p:sp>
        <p:nvSpPr>
          <p:cNvPr id="14" name="任意多边形 13"/>
          <p:cNvSpPr/>
          <p:nvPr userDrawn="1">
            <p:custDataLst>
              <p:tags r:id="rId2"/>
            </p:custDataLst>
          </p:nvPr>
        </p:nvSpPr>
        <p:spPr>
          <a:xfrm rot="5400000" flipV="1">
            <a:off x="-300990" y="301625"/>
            <a:ext cx="987425" cy="38481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001" h="606">
                <a:moveTo>
                  <a:pt x="0" y="0"/>
                </a:moveTo>
                <a:lnTo>
                  <a:pt x="2001" y="0"/>
                </a:lnTo>
                <a:lnTo>
                  <a:pt x="2001" y="256"/>
                </a:lnTo>
                <a:cubicBezTo>
                  <a:pt x="2001" y="450"/>
                  <a:pt x="1845" y="606"/>
                  <a:pt x="1651" y="606"/>
                </a:cubicBezTo>
                <a:lnTo>
                  <a:pt x="0" y="606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99135" y="6314440"/>
            <a:ext cx="2613025" cy="31686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2025/8/15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877300" y="6314440"/>
            <a:ext cx="2618740" cy="31686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 7"/>
          <p:cNvSpPr/>
          <p:nvPr userDrawn="1">
            <p:custDataLst>
              <p:tags r:id="rId1"/>
            </p:custDataLst>
          </p:nvPr>
        </p:nvSpPr>
        <p:spPr>
          <a:xfrm rot="5400000" flipV="1">
            <a:off x="-300990" y="301625"/>
            <a:ext cx="987425" cy="38481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001" h="606">
                <a:moveTo>
                  <a:pt x="0" y="0"/>
                </a:moveTo>
                <a:lnTo>
                  <a:pt x="2001" y="0"/>
                </a:lnTo>
                <a:lnTo>
                  <a:pt x="2001" y="256"/>
                </a:lnTo>
                <a:cubicBezTo>
                  <a:pt x="2001" y="450"/>
                  <a:pt x="1845" y="606"/>
                  <a:pt x="1651" y="606"/>
                </a:cubicBezTo>
                <a:lnTo>
                  <a:pt x="0" y="606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7" name="副标题"/>
          <p:cNvSpPr txBox="1">
            <a:spLocks noGrp="1"/>
          </p:cNvSpPr>
          <p:nvPr>
            <p:ph type="body" idx="2" hasCustomPrompt="1"/>
            <p:custDataLst>
              <p:tags r:id="rId2"/>
            </p:custDataLst>
          </p:nvPr>
        </p:nvSpPr>
        <p:spPr>
          <a:xfrm>
            <a:off x="695960" y="1301750"/>
            <a:ext cx="10799088" cy="405553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000" b="0" i="0" u="none" strike="noStrike" kern="1200" cap="none" spc="3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cs typeface="MiSans Normal" panose="00000500000000000000" charset="-122"/>
              </a:defRPr>
            </a:lvl1pPr>
          </a:lstStyle>
          <a:p>
            <a:pPr lvl="0" algn="l"/>
            <a:r>
              <a:rPr>
                <a:sym typeface="+mn-ea"/>
              </a:rPr>
              <a:t>单击此处编辑母版副标题样式</a:t>
            </a:r>
          </a:p>
        </p:txBody>
      </p:sp>
      <p:sp>
        <p:nvSpPr>
          <p:cNvPr id="6" name="标题"/>
          <p:cNvSpPr txBox="1">
            <a:spLocks noGrp="1"/>
          </p:cNvSpPr>
          <p:nvPr>
            <p:ph type="title" idx="1"/>
            <p:custDataLst>
              <p:tags r:id="rId3"/>
            </p:custDataLst>
          </p:nvPr>
        </p:nvSpPr>
        <p:spPr>
          <a:xfrm>
            <a:off x="695960" y="360000"/>
            <a:ext cx="10800080" cy="72000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200" b="0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lt"/>
                <a:cs typeface="MiSans Normal" panose="000005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94055" y="6314440"/>
            <a:ext cx="2618105" cy="31686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2025/8/15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300" y="6314440"/>
            <a:ext cx="2618740" cy="31686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末尾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任意多边形 22"/>
          <p:cNvSpPr/>
          <p:nvPr userDrawn="1">
            <p:custDataLst>
              <p:tags r:id="rId1"/>
            </p:custDataLst>
          </p:nvPr>
        </p:nvSpPr>
        <p:spPr>
          <a:xfrm>
            <a:off x="-14605" y="-1"/>
            <a:ext cx="6006465" cy="6858001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9459" h="10862">
                <a:moveTo>
                  <a:pt x="0" y="0"/>
                </a:moveTo>
                <a:lnTo>
                  <a:pt x="7595" y="0"/>
                </a:lnTo>
                <a:lnTo>
                  <a:pt x="7612" y="22"/>
                </a:lnTo>
                <a:cubicBezTo>
                  <a:pt x="8770" y="1514"/>
                  <a:pt x="9459" y="3388"/>
                  <a:pt x="9459" y="5423"/>
                </a:cubicBezTo>
                <a:cubicBezTo>
                  <a:pt x="9459" y="7458"/>
                  <a:pt x="8770" y="9332"/>
                  <a:pt x="7612" y="10824"/>
                </a:cubicBezTo>
                <a:lnTo>
                  <a:pt x="7582" y="10862"/>
                </a:lnTo>
                <a:lnTo>
                  <a:pt x="0" y="10862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ffectLst>
            <a:outerShdw blurRad="495300" dist="38100" dir="2700000" algn="tl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24" name="任意多边形 23"/>
          <p:cNvSpPr/>
          <p:nvPr userDrawn="1">
            <p:custDataLst>
              <p:tags r:id="rId2"/>
            </p:custDataLst>
          </p:nvPr>
        </p:nvSpPr>
        <p:spPr>
          <a:xfrm rot="16200000">
            <a:off x="-1383664" y="1369058"/>
            <a:ext cx="6858000" cy="4119881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10858" h="6488">
                <a:moveTo>
                  <a:pt x="0" y="0"/>
                </a:moveTo>
                <a:lnTo>
                  <a:pt x="10858" y="0"/>
                </a:lnTo>
                <a:lnTo>
                  <a:pt x="10858" y="2789"/>
                </a:lnTo>
                <a:lnTo>
                  <a:pt x="10834" y="2850"/>
                </a:lnTo>
                <a:cubicBezTo>
                  <a:pt x="9962" y="4984"/>
                  <a:pt x="7865" y="6488"/>
                  <a:pt x="5417" y="6488"/>
                </a:cubicBezTo>
                <a:cubicBezTo>
                  <a:pt x="2982" y="6488"/>
                  <a:pt x="895" y="5001"/>
                  <a:pt x="15" y="2885"/>
                </a:cubicBezTo>
                <a:lnTo>
                  <a:pt x="0" y="2849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ffectLst>
            <a:outerShdw blurRad="495300" dist="152400" dir="2700000" algn="tl" rotWithShape="0">
              <a:schemeClr val="accent1"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>
              <a:solidFill>
                <a:schemeClr val="lt1"/>
              </a:solidFill>
              <a:cs typeface="MiSans Normal" panose="00000500000000000000" charset="-122"/>
            </a:endParaRPr>
          </a:p>
        </p:txBody>
      </p:sp>
      <p:sp>
        <p:nvSpPr>
          <p:cNvPr id="26" name="任意多边形 25"/>
          <p:cNvSpPr/>
          <p:nvPr userDrawn="1">
            <p:custDataLst>
              <p:tags r:id="rId3"/>
            </p:custDataLst>
          </p:nvPr>
        </p:nvSpPr>
        <p:spPr>
          <a:xfrm rot="16200000">
            <a:off x="-1336642" y="2318743"/>
            <a:ext cx="4864351" cy="2220278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7660" h="3514">
                <a:moveTo>
                  <a:pt x="0" y="0"/>
                </a:moveTo>
                <a:lnTo>
                  <a:pt x="7660" y="0"/>
                </a:lnTo>
                <a:lnTo>
                  <a:pt x="7659" y="14"/>
                </a:lnTo>
                <a:cubicBezTo>
                  <a:pt x="7485" y="1975"/>
                  <a:pt x="5837" y="3514"/>
                  <a:pt x="3830" y="3514"/>
                </a:cubicBezTo>
                <a:cubicBezTo>
                  <a:pt x="1822" y="3514"/>
                  <a:pt x="173" y="1974"/>
                  <a:pt x="1" y="1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ffectLst>
            <a:outerShdw blurRad="495300" dist="38100" dir="2700000" algn="tl" rotWithShape="0">
              <a:schemeClr val="accent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>
              <a:solidFill>
                <a:schemeClr val="lt1"/>
              </a:solidFill>
              <a:cs typeface="MiSans Normal" panose="00000500000000000000" charset="-122"/>
            </a:endParaRPr>
          </a:p>
        </p:txBody>
      </p:sp>
      <p:sp>
        <p:nvSpPr>
          <p:cNvPr id="30" name="圆角矩形 29"/>
          <p:cNvSpPr/>
          <p:nvPr userDrawn="1">
            <p:custDataLst>
              <p:tags r:id="rId4"/>
            </p:custDataLst>
          </p:nvPr>
        </p:nvSpPr>
        <p:spPr>
          <a:xfrm rot="10800000">
            <a:off x="5155565" y="3855720"/>
            <a:ext cx="5383530" cy="11112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cxnSp>
        <p:nvCxnSpPr>
          <p:cNvPr id="32" name="直接连接符 31"/>
          <p:cNvCxnSpPr/>
          <p:nvPr userDrawn="1">
            <p:custDataLst>
              <p:tags r:id="rId5"/>
            </p:custDataLst>
          </p:nvPr>
        </p:nvCxnSpPr>
        <p:spPr>
          <a:xfrm>
            <a:off x="11197590" y="2981325"/>
            <a:ext cx="215900" cy="0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 userDrawn="1">
            <p:custDataLst>
              <p:tags r:id="rId6"/>
            </p:custDataLst>
          </p:nvPr>
        </p:nvCxnSpPr>
        <p:spPr>
          <a:xfrm>
            <a:off x="11305540" y="1912620"/>
            <a:ext cx="0" cy="594995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 userDrawn="1">
            <p:custDataLst>
              <p:tags r:id="rId7"/>
            </p:custDataLst>
          </p:nvPr>
        </p:nvCxnSpPr>
        <p:spPr>
          <a:xfrm>
            <a:off x="11305540" y="3455035"/>
            <a:ext cx="0" cy="636905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椭圆 36"/>
          <p:cNvSpPr/>
          <p:nvPr userDrawn="1">
            <p:custDataLst>
              <p:tags r:id="rId8"/>
            </p:custDataLst>
          </p:nvPr>
        </p:nvSpPr>
        <p:spPr>
          <a:xfrm>
            <a:off x="10016490" y="4434205"/>
            <a:ext cx="538480" cy="538480"/>
          </a:xfrm>
          <a:prstGeom prst="ellipse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38" name="椭圆 37"/>
          <p:cNvSpPr/>
          <p:nvPr userDrawn="1">
            <p:custDataLst>
              <p:tags r:id="rId9"/>
            </p:custDataLst>
          </p:nvPr>
        </p:nvSpPr>
        <p:spPr>
          <a:xfrm>
            <a:off x="10123170" y="4540885"/>
            <a:ext cx="325120" cy="32512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62500" lnSpcReduction="20000"/>
          </a:bodyPr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39" name="向下箭头"/>
          <p:cNvSpPr/>
          <p:nvPr userDrawn="1">
            <p:custDataLst>
              <p:tags r:id="rId10"/>
            </p:custDataLst>
          </p:nvPr>
        </p:nvSpPr>
        <p:spPr>
          <a:xfrm>
            <a:off x="10227310" y="4633595"/>
            <a:ext cx="118745" cy="139700"/>
          </a:xfrm>
          <a:custGeom>
            <a:avLst/>
            <a:gdLst>
              <a:gd name="connsiteX0" fmla="*/ 222512 w 477622"/>
              <a:gd name="connsiteY0" fmla="*/ 0 h 559381"/>
              <a:gd name="connsiteX1" fmla="*/ 258512 w 477622"/>
              <a:gd name="connsiteY1" fmla="*/ 0 h 559381"/>
              <a:gd name="connsiteX2" fmla="*/ 258512 w 477622"/>
              <a:gd name="connsiteY2" fmla="*/ 488296 h 559381"/>
              <a:gd name="connsiteX3" fmla="*/ 452168 w 477622"/>
              <a:gd name="connsiteY3" fmla="*/ 294641 h 559381"/>
              <a:gd name="connsiteX4" fmla="*/ 477622 w 477622"/>
              <a:gd name="connsiteY4" fmla="*/ 320096 h 559381"/>
              <a:gd name="connsiteX5" fmla="*/ 264266 w 477622"/>
              <a:gd name="connsiteY5" fmla="*/ 533452 h 559381"/>
              <a:gd name="connsiteX6" fmla="*/ 264740 w 477622"/>
              <a:gd name="connsiteY6" fmla="*/ 533926 h 559381"/>
              <a:gd name="connsiteX7" fmla="*/ 239284 w 477622"/>
              <a:gd name="connsiteY7" fmla="*/ 559381 h 559381"/>
              <a:gd name="connsiteX8" fmla="*/ 238812 w 477622"/>
              <a:gd name="connsiteY8" fmla="*/ 558908 h 559381"/>
              <a:gd name="connsiteX9" fmla="*/ 238338 w 477622"/>
              <a:gd name="connsiteY9" fmla="*/ 559381 h 559381"/>
              <a:gd name="connsiteX10" fmla="*/ 212882 w 477622"/>
              <a:gd name="connsiteY10" fmla="*/ 533926 h 559381"/>
              <a:gd name="connsiteX11" fmla="*/ 213356 w 477622"/>
              <a:gd name="connsiteY11" fmla="*/ 533452 h 559381"/>
              <a:gd name="connsiteX12" fmla="*/ 0 w 477622"/>
              <a:gd name="connsiteY12" fmla="*/ 320096 h 559381"/>
              <a:gd name="connsiteX13" fmla="*/ 25456 w 477622"/>
              <a:gd name="connsiteY13" fmla="*/ 294641 h 559381"/>
              <a:gd name="connsiteX14" fmla="*/ 222512 w 477622"/>
              <a:gd name="connsiteY14" fmla="*/ 491698 h 559381"/>
              <a:gd name="connsiteX15" fmla="*/ 222512 w 477622"/>
              <a:gd name="connsiteY15" fmla="*/ 0 h 559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77622" h="559381">
                <a:moveTo>
                  <a:pt x="222512" y="0"/>
                </a:moveTo>
                <a:lnTo>
                  <a:pt x="258512" y="0"/>
                </a:lnTo>
                <a:lnTo>
                  <a:pt x="258512" y="488296"/>
                </a:lnTo>
                <a:lnTo>
                  <a:pt x="452168" y="294641"/>
                </a:lnTo>
                <a:lnTo>
                  <a:pt x="477622" y="320096"/>
                </a:lnTo>
                <a:lnTo>
                  <a:pt x="264266" y="533452"/>
                </a:lnTo>
                <a:lnTo>
                  <a:pt x="264740" y="533926"/>
                </a:lnTo>
                <a:lnTo>
                  <a:pt x="239284" y="559381"/>
                </a:lnTo>
                <a:lnTo>
                  <a:pt x="238812" y="558908"/>
                </a:lnTo>
                <a:lnTo>
                  <a:pt x="238338" y="559381"/>
                </a:lnTo>
                <a:lnTo>
                  <a:pt x="212882" y="533926"/>
                </a:lnTo>
                <a:lnTo>
                  <a:pt x="213356" y="533452"/>
                </a:lnTo>
                <a:lnTo>
                  <a:pt x="0" y="320096"/>
                </a:lnTo>
                <a:lnTo>
                  <a:pt x="25456" y="294641"/>
                </a:lnTo>
                <a:lnTo>
                  <a:pt x="222512" y="491698"/>
                </a:lnTo>
                <a:lnTo>
                  <a:pt x="222512" y="0"/>
                </a:ln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rmAutofit fontScale="250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44" name="任意多边形 43"/>
          <p:cNvSpPr/>
          <p:nvPr userDrawn="1">
            <p:custDataLst>
              <p:tags r:id="rId11"/>
            </p:custDataLst>
          </p:nvPr>
        </p:nvSpPr>
        <p:spPr>
          <a:xfrm>
            <a:off x="8945880" y="5997575"/>
            <a:ext cx="3246120" cy="86042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112" h="1355">
                <a:moveTo>
                  <a:pt x="301" y="0"/>
                </a:moveTo>
                <a:lnTo>
                  <a:pt x="5112" y="0"/>
                </a:lnTo>
                <a:lnTo>
                  <a:pt x="5112" y="1355"/>
                </a:lnTo>
                <a:lnTo>
                  <a:pt x="0" y="1355"/>
                </a:lnTo>
                <a:lnTo>
                  <a:pt x="0" y="301"/>
                </a:lnTo>
                <a:cubicBezTo>
                  <a:pt x="0" y="135"/>
                  <a:pt x="135" y="0"/>
                  <a:pt x="301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12"/>
            </p:custDataLst>
          </p:nvPr>
        </p:nvSpPr>
        <p:spPr>
          <a:xfrm>
            <a:off x="2418715" y="1901190"/>
            <a:ext cx="8250555" cy="1705610"/>
          </a:xfrm>
          <a:prstGeom prst="rect">
            <a:avLst/>
          </a:prstGeom>
          <a:noFill/>
        </p:spPr>
        <p:txBody>
          <a:bodyPr wrap="square" lIns="91440" tIns="45720" rIns="91440" bIns="45720" rtlCol="0" anchor="b" anchorCtr="0">
            <a:normAutofit/>
          </a:bodyPr>
          <a:lstStyle>
            <a:lvl1pPr marL="0" marR="0" lvl="0" algn="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altLang="zh-CN" sz="7200" b="0" i="0" u="none" strike="noStrike" kern="1200" cap="none" spc="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MiSans Heavy" panose="00000A00000000000000" charset="-122"/>
                <a:sym typeface="+mn-ea"/>
              </a:defRPr>
            </a:lvl1pPr>
          </a:lstStyle>
          <a:p>
            <a:pPr lvl="0" algn="r">
              <a:buClrTx/>
              <a:buSzTx/>
              <a:buFontTx/>
            </a:pPr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2025/8/15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8" name="署名占位符 10"/>
          <p:cNvSpPr>
            <a:spLocks noGrp="1"/>
          </p:cNvSpPr>
          <p:nvPr>
            <p:ph type="body" sz="quarter" idx="17" hasCustomPrompt="1"/>
            <p:custDataLst>
              <p:tags r:id="rId16"/>
            </p:custDataLst>
          </p:nvPr>
        </p:nvSpPr>
        <p:spPr>
          <a:xfrm>
            <a:off x="2418715" y="4375145"/>
            <a:ext cx="7444103" cy="656600"/>
          </a:xfrm>
        </p:spPr>
        <p:txBody>
          <a:bodyPr wrap="square" anchor="ctr">
            <a:normAutofit/>
          </a:bodyPr>
          <a:lstStyle>
            <a:lvl1pPr marL="0" indent="0" algn="r">
              <a:lnSpc>
                <a:spcPct val="100000"/>
              </a:lnSpc>
              <a:buNone/>
              <a:defRPr sz="2000" b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署名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18" Type="http://schemas.openxmlformats.org/officeDocument/2006/relationships/tags" Target="../tags/tag7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tags" Target="../tags/tag6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5.xml"/><Relationship Id="rId20" Type="http://schemas.openxmlformats.org/officeDocument/2006/relationships/tags" Target="../tags/tag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4.xml"/><Relationship Id="rId10" Type="http://schemas.openxmlformats.org/officeDocument/2006/relationships/slideLayout" Target="../slideLayouts/slideLayout10.xml"/><Relationship Id="rId19" Type="http://schemas.openxmlformats.org/officeDocument/2006/relationships/tags" Target="../tags/tag8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 6"/>
          <p:cNvSpPr/>
          <p:nvPr userDrawn="1">
            <p:custDataLst>
              <p:tags r:id="rId14"/>
            </p:custDataLst>
          </p:nvPr>
        </p:nvSpPr>
        <p:spPr>
          <a:xfrm rot="5400000" flipV="1">
            <a:off x="-300990" y="301625"/>
            <a:ext cx="987425" cy="38481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001" h="606">
                <a:moveTo>
                  <a:pt x="0" y="0"/>
                </a:moveTo>
                <a:lnTo>
                  <a:pt x="2001" y="0"/>
                </a:lnTo>
                <a:lnTo>
                  <a:pt x="2001" y="256"/>
                </a:lnTo>
                <a:cubicBezTo>
                  <a:pt x="2001" y="450"/>
                  <a:pt x="1845" y="606"/>
                  <a:pt x="1651" y="606"/>
                </a:cubicBezTo>
                <a:lnTo>
                  <a:pt x="0" y="606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9" name="日期占位符 8"/>
          <p:cNvSpPr>
            <a:spLocks noGrp="1"/>
          </p:cNvSpPr>
          <p:nvPr>
            <p:ph type="dt" sz="half" idx="10"/>
            <p:custDataLst>
              <p:tags r:id="rId15"/>
            </p:custDataLst>
          </p:nvPr>
        </p:nvSpPr>
        <p:spPr>
          <a:xfrm>
            <a:off x="695960" y="6356350"/>
            <a:ext cx="2743200" cy="36512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2025/8/15</a:t>
            </a:fld>
            <a:endParaRPr lang="zh-CN" altLang="en-US"/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11"/>
            <p:custDataLst>
              <p:tags r:id="rId16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2"/>
            <p:custDataLst>
              <p:tags r:id="rId17"/>
            </p:custDataLst>
          </p:nvPr>
        </p:nvSpPr>
        <p:spPr>
          <a:xfrm>
            <a:off x="8753983" y="6356350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8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normAutofit/>
          </a:bodyPr>
          <a:lstStyle/>
          <a:p>
            <a:pPr marL="0" marR="0" lvl="0">
              <a:buClrTx/>
              <a:buSzTx/>
              <a:buFontTx/>
            </a:pPr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9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KSO_TEMPLATE" hidden="1"/>
          <p:cNvSpPr/>
          <p:nvPr userDrawn="1">
            <p:custDataLst>
              <p:tags r:id="rId20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kumimoji="0" lang="zh-CN" altLang="en-US" sz="3200" b="0" i="0" u="none" strike="noStrike" kern="1200" cap="none" spc="300" normalizeH="0" baseline="0" smtClean="0">
          <a:ln>
            <a:noFill/>
            <a:prstDash val="sysDot"/>
          </a:ln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lt"/>
          <a:cs typeface="MiSans Normal" panose="00000500000000000000" charset="-122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ea"/>
          <a:ea typeface="+mn-ea"/>
          <a:cs typeface="MiSans Normal" panose="00000500000000000000" charset="-122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ea"/>
          <a:ea typeface="+mn-ea"/>
          <a:cs typeface="MiSans Normal" panose="00000500000000000000" charset="-122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ea"/>
          <a:ea typeface="+mn-ea"/>
          <a:cs typeface="MiSans Normal" panose="00000500000000000000" charset="-122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ea"/>
          <a:ea typeface="+mn-ea"/>
          <a:cs typeface="MiSans Normal" panose="00000500000000000000" charset="-122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ea"/>
          <a:ea typeface="+mn-ea"/>
          <a:cs typeface="MiSans Normal" panose="00000500000000000000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102.xml"/><Relationship Id="rId2" Type="http://schemas.openxmlformats.org/officeDocument/2006/relationships/tags" Target="../tags/tag101.xml"/><Relationship Id="rId1" Type="http://schemas.openxmlformats.org/officeDocument/2006/relationships/tags" Target="../tags/tag100.xml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1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13" Type="http://schemas.openxmlformats.org/officeDocument/2006/relationships/image" Target="../media/image55.png"/><Relationship Id="rId18" Type="http://schemas.openxmlformats.org/officeDocument/2006/relationships/image" Target="../media/image35.png"/><Relationship Id="rId26" Type="http://schemas.openxmlformats.org/officeDocument/2006/relationships/image" Target="../media/image57.png"/><Relationship Id="rId3" Type="http://schemas.openxmlformats.org/officeDocument/2006/relationships/image" Target="../media/image50.png"/><Relationship Id="rId21" Type="http://schemas.openxmlformats.org/officeDocument/2006/relationships/image" Target="../media/image38.png"/><Relationship Id="rId7" Type="http://schemas.openxmlformats.org/officeDocument/2006/relationships/image" Target="../media/image53.png"/><Relationship Id="rId12" Type="http://schemas.openxmlformats.org/officeDocument/2006/relationships/image" Target="../media/image29.png"/><Relationship Id="rId17" Type="http://schemas.openxmlformats.org/officeDocument/2006/relationships/image" Target="../media/image34.png"/><Relationship Id="rId25" Type="http://schemas.openxmlformats.org/officeDocument/2006/relationships/image" Target="../media/image42.png"/><Relationship Id="rId2" Type="http://schemas.openxmlformats.org/officeDocument/2006/relationships/image" Target="../media/image13.png"/><Relationship Id="rId16" Type="http://schemas.openxmlformats.org/officeDocument/2006/relationships/image" Target="../media/image33.png"/><Relationship Id="rId20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11" Type="http://schemas.openxmlformats.org/officeDocument/2006/relationships/image" Target="../media/image28.png"/><Relationship Id="rId24" Type="http://schemas.openxmlformats.org/officeDocument/2006/relationships/image" Target="../media/image41.png"/><Relationship Id="rId5" Type="http://schemas.openxmlformats.org/officeDocument/2006/relationships/image" Target="../media/image51.png"/><Relationship Id="rId15" Type="http://schemas.openxmlformats.org/officeDocument/2006/relationships/image" Target="../media/image32.png"/><Relationship Id="rId23" Type="http://schemas.openxmlformats.org/officeDocument/2006/relationships/image" Target="../media/image56.png"/><Relationship Id="rId28" Type="http://schemas.openxmlformats.org/officeDocument/2006/relationships/image" Target="../media/image59.png"/><Relationship Id="rId10" Type="http://schemas.openxmlformats.org/officeDocument/2006/relationships/image" Target="../media/image27.png"/><Relationship Id="rId19" Type="http://schemas.openxmlformats.org/officeDocument/2006/relationships/image" Target="../media/image36.png"/><Relationship Id="rId4" Type="http://schemas.openxmlformats.org/officeDocument/2006/relationships/image" Target="../media/image500.png"/><Relationship Id="rId14" Type="http://schemas.openxmlformats.org/officeDocument/2006/relationships/image" Target="../media/image31.png"/><Relationship Id="rId22" Type="http://schemas.openxmlformats.org/officeDocument/2006/relationships/image" Target="../media/image39.png"/><Relationship Id="rId27" Type="http://schemas.openxmlformats.org/officeDocument/2006/relationships/image" Target="../media/image58.png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5.png"/><Relationship Id="rId18" Type="http://schemas.openxmlformats.org/officeDocument/2006/relationships/image" Target="../media/image35.png"/><Relationship Id="rId26" Type="http://schemas.openxmlformats.org/officeDocument/2006/relationships/image" Target="../media/image74.png"/><Relationship Id="rId21" Type="http://schemas.openxmlformats.org/officeDocument/2006/relationships/image" Target="../media/image38.png"/><Relationship Id="rId12" Type="http://schemas.openxmlformats.org/officeDocument/2006/relationships/image" Target="../media/image29.png"/><Relationship Id="rId17" Type="http://schemas.openxmlformats.org/officeDocument/2006/relationships/image" Target="../media/image34.png"/><Relationship Id="rId25" Type="http://schemas.openxmlformats.org/officeDocument/2006/relationships/image" Target="../media/image42.png"/><Relationship Id="rId2" Type="http://schemas.openxmlformats.org/officeDocument/2006/relationships/image" Target="../media/image13.png"/><Relationship Id="rId16" Type="http://schemas.openxmlformats.org/officeDocument/2006/relationships/image" Target="../media/image33.png"/><Relationship Id="rId20" Type="http://schemas.openxmlformats.org/officeDocument/2006/relationships/image" Target="../media/image37.png"/><Relationship Id="rId29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28.png"/><Relationship Id="rId24" Type="http://schemas.openxmlformats.org/officeDocument/2006/relationships/image" Target="../media/image41.png"/><Relationship Id="rId15" Type="http://schemas.openxmlformats.org/officeDocument/2006/relationships/image" Target="../media/image32.png"/><Relationship Id="rId23" Type="http://schemas.openxmlformats.org/officeDocument/2006/relationships/image" Target="../media/image56.png"/><Relationship Id="rId28" Type="http://schemas.openxmlformats.org/officeDocument/2006/relationships/image" Target="../media/image59.png"/><Relationship Id="rId10" Type="http://schemas.openxmlformats.org/officeDocument/2006/relationships/image" Target="../media/image27.png"/><Relationship Id="rId19" Type="http://schemas.openxmlformats.org/officeDocument/2006/relationships/image" Target="../media/image36.png"/><Relationship Id="rId14" Type="http://schemas.openxmlformats.org/officeDocument/2006/relationships/image" Target="../media/image31.png"/><Relationship Id="rId22" Type="http://schemas.openxmlformats.org/officeDocument/2006/relationships/image" Target="../media/image39.png"/><Relationship Id="rId27" Type="http://schemas.openxmlformats.org/officeDocument/2006/relationships/image" Target="../media/image58.png"/><Relationship Id="rId30" Type="http://schemas.openxmlformats.org/officeDocument/2006/relationships/image" Target="../media/image120.png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5.png"/><Relationship Id="rId18" Type="http://schemas.openxmlformats.org/officeDocument/2006/relationships/image" Target="../media/image35.png"/><Relationship Id="rId26" Type="http://schemas.openxmlformats.org/officeDocument/2006/relationships/image" Target="../media/image130.png"/><Relationship Id="rId21" Type="http://schemas.openxmlformats.org/officeDocument/2006/relationships/image" Target="../media/image38.png"/><Relationship Id="rId12" Type="http://schemas.openxmlformats.org/officeDocument/2006/relationships/image" Target="../media/image29.png"/><Relationship Id="rId17" Type="http://schemas.openxmlformats.org/officeDocument/2006/relationships/image" Target="../media/image34.png"/><Relationship Id="rId25" Type="http://schemas.openxmlformats.org/officeDocument/2006/relationships/image" Target="../media/image42.png"/><Relationship Id="rId2" Type="http://schemas.openxmlformats.org/officeDocument/2006/relationships/image" Target="../media/image13.png"/><Relationship Id="rId16" Type="http://schemas.openxmlformats.org/officeDocument/2006/relationships/image" Target="../media/image33.png"/><Relationship Id="rId20" Type="http://schemas.openxmlformats.org/officeDocument/2006/relationships/image" Target="../media/image37.png"/><Relationship Id="rId29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28.png"/><Relationship Id="rId24" Type="http://schemas.openxmlformats.org/officeDocument/2006/relationships/image" Target="../media/image41.png"/><Relationship Id="rId15" Type="http://schemas.openxmlformats.org/officeDocument/2006/relationships/image" Target="../media/image32.png"/><Relationship Id="rId23" Type="http://schemas.openxmlformats.org/officeDocument/2006/relationships/image" Target="../media/image56.png"/><Relationship Id="rId28" Type="http://schemas.openxmlformats.org/officeDocument/2006/relationships/image" Target="../media/image59.png"/><Relationship Id="rId10" Type="http://schemas.openxmlformats.org/officeDocument/2006/relationships/image" Target="../media/image27.png"/><Relationship Id="rId19" Type="http://schemas.openxmlformats.org/officeDocument/2006/relationships/image" Target="../media/image36.png"/><Relationship Id="rId14" Type="http://schemas.openxmlformats.org/officeDocument/2006/relationships/image" Target="../media/image31.png"/><Relationship Id="rId22" Type="http://schemas.openxmlformats.org/officeDocument/2006/relationships/image" Target="../media/image39.png"/><Relationship Id="rId27" Type="http://schemas.openxmlformats.org/officeDocument/2006/relationships/image" Target="../media/image58.png"/><Relationship Id="rId30" Type="http://schemas.openxmlformats.org/officeDocument/2006/relationships/image" Target="../media/image120.png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1.png"/><Relationship Id="rId18" Type="http://schemas.openxmlformats.org/officeDocument/2006/relationships/image" Target="../media/image35.png"/><Relationship Id="rId26" Type="http://schemas.openxmlformats.org/officeDocument/2006/relationships/image" Target="../media/image63.png"/><Relationship Id="rId3" Type="http://schemas.openxmlformats.org/officeDocument/2006/relationships/image" Target="../media/image14.png"/><Relationship Id="rId21" Type="http://schemas.openxmlformats.org/officeDocument/2006/relationships/image" Target="../media/image38.png"/><Relationship Id="rId12" Type="http://schemas.openxmlformats.org/officeDocument/2006/relationships/image" Target="../media/image29.png"/><Relationship Id="rId17" Type="http://schemas.openxmlformats.org/officeDocument/2006/relationships/image" Target="../media/image34.png"/><Relationship Id="rId25" Type="http://schemas.openxmlformats.org/officeDocument/2006/relationships/image" Target="../media/image42.png"/><Relationship Id="rId2" Type="http://schemas.openxmlformats.org/officeDocument/2006/relationships/image" Target="../media/image13.png"/><Relationship Id="rId16" Type="http://schemas.openxmlformats.org/officeDocument/2006/relationships/image" Target="../media/image33.png"/><Relationship Id="rId20" Type="http://schemas.openxmlformats.org/officeDocument/2006/relationships/image" Target="../media/image37.png"/><Relationship Id="rId29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28.png"/><Relationship Id="rId24" Type="http://schemas.openxmlformats.org/officeDocument/2006/relationships/image" Target="../media/image41.png"/><Relationship Id="rId15" Type="http://schemas.openxmlformats.org/officeDocument/2006/relationships/image" Target="../media/image32.png"/><Relationship Id="rId23" Type="http://schemas.openxmlformats.org/officeDocument/2006/relationships/image" Target="../media/image62.png"/><Relationship Id="rId28" Type="http://schemas.openxmlformats.org/officeDocument/2006/relationships/image" Target="../media/image15.png"/><Relationship Id="rId10" Type="http://schemas.openxmlformats.org/officeDocument/2006/relationships/image" Target="../media/image27.png"/><Relationship Id="rId19" Type="http://schemas.openxmlformats.org/officeDocument/2006/relationships/image" Target="../media/image36.png"/><Relationship Id="rId14" Type="http://schemas.openxmlformats.org/officeDocument/2006/relationships/image" Target="../media/image31.png"/><Relationship Id="rId22" Type="http://schemas.openxmlformats.org/officeDocument/2006/relationships/image" Target="../media/image39.png"/><Relationship Id="rId27" Type="http://schemas.openxmlformats.org/officeDocument/2006/relationships/image" Target="../media/image6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9.png"/><Relationship Id="rId39" Type="http://schemas.openxmlformats.org/officeDocument/2006/relationships/image" Target="../media/image46.png"/><Relationship Id="rId21" Type="http://schemas.openxmlformats.org/officeDocument/2006/relationships/image" Target="../media/image65.png"/><Relationship Id="rId34" Type="http://schemas.openxmlformats.org/officeDocument/2006/relationships/image" Target="../media/image30.png"/><Relationship Id="rId42" Type="http://schemas.openxmlformats.org/officeDocument/2006/relationships/image" Target="../media/image49.png"/><Relationship Id="rId47" Type="http://schemas.openxmlformats.org/officeDocument/2006/relationships/image" Target="../media/image71.png"/><Relationship Id="rId25" Type="http://schemas.openxmlformats.org/officeDocument/2006/relationships/image" Target="../media/image69.png"/><Relationship Id="rId33" Type="http://schemas.openxmlformats.org/officeDocument/2006/relationships/image" Target="../media/image26.png"/><Relationship Id="rId38" Type="http://schemas.openxmlformats.org/officeDocument/2006/relationships/image" Target="../media/image45.png"/><Relationship Id="rId46" Type="http://schemas.openxmlformats.org/officeDocument/2006/relationships/image" Target="../media/image70.png"/><Relationship Id="rId2" Type="http://schemas.openxmlformats.org/officeDocument/2006/relationships/image" Target="../media/image13.png"/><Relationship Id="rId29" Type="http://schemas.openxmlformats.org/officeDocument/2006/relationships/image" Target="../media/image22.png"/><Relationship Id="rId41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24" Type="http://schemas.openxmlformats.org/officeDocument/2006/relationships/image" Target="../media/image68.png"/><Relationship Id="rId32" Type="http://schemas.openxmlformats.org/officeDocument/2006/relationships/image" Target="../media/image25.png"/><Relationship Id="rId37" Type="http://schemas.openxmlformats.org/officeDocument/2006/relationships/image" Target="../media/image44.png"/><Relationship Id="rId40" Type="http://schemas.openxmlformats.org/officeDocument/2006/relationships/image" Target="../media/image47.png"/><Relationship Id="rId45" Type="http://schemas.openxmlformats.org/officeDocument/2006/relationships/image" Target="../media/image67.png"/><Relationship Id="rId28" Type="http://schemas.openxmlformats.org/officeDocument/2006/relationships/image" Target="../media/image21.png"/><Relationship Id="rId36" Type="http://schemas.openxmlformats.org/officeDocument/2006/relationships/image" Target="../media/image43.png"/><Relationship Id="rId49" Type="http://schemas.openxmlformats.org/officeDocument/2006/relationships/image" Target="../media/image73.png"/><Relationship Id="rId31" Type="http://schemas.openxmlformats.org/officeDocument/2006/relationships/image" Target="../media/image24.png"/><Relationship Id="rId44" Type="http://schemas.openxmlformats.org/officeDocument/2006/relationships/image" Target="../media/image66.png"/><Relationship Id="rId27" Type="http://schemas.openxmlformats.org/officeDocument/2006/relationships/image" Target="../media/image20.png"/><Relationship Id="rId30" Type="http://schemas.openxmlformats.org/officeDocument/2006/relationships/image" Target="../media/image23.png"/><Relationship Id="rId35" Type="http://schemas.openxmlformats.org/officeDocument/2006/relationships/image" Target="../media/image40.png"/><Relationship Id="rId43" Type="http://schemas.openxmlformats.org/officeDocument/2006/relationships/image" Target="../media/image60.png"/><Relationship Id="rId48" Type="http://schemas.openxmlformats.org/officeDocument/2006/relationships/image" Target="../media/image7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/>
          <p:cNvSpPr>
            <a:spLocks noGrp="1"/>
          </p:cNvSpPr>
          <p:nvPr>
            <p:ph type="title" idx="1"/>
            <p:custDataLst>
              <p:tags r:id="rId2"/>
            </p:custDataLst>
          </p:nvPr>
        </p:nvSpPr>
        <p:spPr>
          <a:xfrm>
            <a:off x="2273300" y="1108075"/>
            <a:ext cx="8413750" cy="2502535"/>
          </a:xfrm>
        </p:spPr>
        <p:txBody>
          <a:bodyPr>
            <a:normAutofit/>
          </a:bodyPr>
          <a:lstStyle/>
          <a:p>
            <a:r>
              <a:rPr lang="en-US" altLang="zh-CN" dirty="0"/>
              <a:t>CPU</a:t>
            </a:r>
            <a:r>
              <a:rPr dirty="0"/>
              <a:t>软渲染</a:t>
            </a:r>
            <a:br>
              <a:rPr dirty="0"/>
            </a:br>
            <a:r>
              <a:rPr dirty="0"/>
              <a:t>路径追踪渲染器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7"/>
            <p:custDataLst>
              <p:tags r:id="rId3"/>
            </p:custDataLst>
          </p:nvPr>
        </p:nvSpPr>
        <p:spPr>
          <a:xfrm>
            <a:off x="2273299" y="4275976"/>
            <a:ext cx="7589519" cy="656600"/>
          </a:xfrm>
        </p:spPr>
        <p:txBody>
          <a:bodyPr>
            <a:normAutofit/>
          </a:bodyPr>
          <a:lstStyle/>
          <a:p>
            <a:r>
              <a:rPr lang="zh-CN" altLang="en-US" dirty="0"/>
              <a:t>多重重要性采样</a:t>
            </a:r>
            <a:r>
              <a:rPr lang="en-US" altLang="zh-CN" dirty="0"/>
              <a:t> </a:t>
            </a:r>
            <a:r>
              <a:rPr lang="zh-CN" altLang="en-US" dirty="0"/>
              <a:t>               </a:t>
            </a:r>
            <a:r>
              <a:rPr lang="en-US" altLang="zh-CN" dirty="0"/>
              <a:t>B</a:t>
            </a:r>
            <a:r>
              <a:rPr lang="zh-CN" altLang="en-US" dirty="0"/>
              <a:t>站：</a:t>
            </a:r>
            <a:r>
              <a:rPr lang="en-US" altLang="zh-CN" dirty="0"/>
              <a:t>HeaoYe</a:t>
            </a: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2">
            <a:extLst>
              <a:ext uri="{FF2B5EF4-FFF2-40B4-BE49-F238E27FC236}">
                <a16:creationId xmlns:a16="http://schemas.microsoft.com/office/drawing/2014/main" id="{91C5C45B-D451-5673-635B-7B4C26966D5B}"/>
              </a:ext>
            </a:extLst>
          </p:cNvPr>
          <p:cNvSpPr txBox="1">
            <a:spLocks/>
          </p:cNvSpPr>
          <p:nvPr/>
        </p:nvSpPr>
        <p:spPr>
          <a:xfrm>
            <a:off x="695960" y="360000"/>
            <a:ext cx="10800080" cy="720000"/>
          </a:xfrm>
          <a:prstGeom prst="rect">
            <a:avLst/>
          </a:prstGeom>
        </p:spPr>
        <p:txBody>
          <a:bodyPr/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kumimoji="0" lang="zh-CN" altLang="en-US" sz="3200" b="0" i="0" u="none" strike="noStrike" kern="1200" cap="none" spc="300" normalizeH="0" baseline="0" smtClea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lt"/>
                <a:cs typeface="MiSans Normal" panose="00000500000000000000" charset="-122"/>
              </a:defRPr>
            </a:lvl1pPr>
          </a:lstStyle>
          <a:p>
            <a:r>
              <a:rPr lang="zh-CN" altLang="en-US" dirty="0"/>
              <a:t>目前渲染的问题</a:t>
            </a:r>
            <a:endParaRPr 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2F63DDD-1AFC-0B88-F5BA-9F275DE75F9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3182" y="1697181"/>
            <a:ext cx="5797356" cy="3261012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FC5EB537-22E5-9064-3171-7F7872626DA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21464" y="1697181"/>
            <a:ext cx="5797356" cy="3261012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A677D632-AAE9-63F7-083B-A6FE877CAF16}"/>
              </a:ext>
            </a:extLst>
          </p:cNvPr>
          <p:cNvSpPr txBox="1"/>
          <p:nvPr/>
        </p:nvSpPr>
        <p:spPr>
          <a:xfrm>
            <a:off x="1865510" y="4958194"/>
            <a:ext cx="22541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/>
              <a:t>Sample BSDF 4spp</a:t>
            </a:r>
            <a:endParaRPr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57BAEB2-3635-57B3-B544-622423BA0710}"/>
              </a:ext>
            </a:extLst>
          </p:cNvPr>
          <p:cNvSpPr txBox="1"/>
          <p:nvPr/>
        </p:nvSpPr>
        <p:spPr>
          <a:xfrm>
            <a:off x="8003490" y="4958193"/>
            <a:ext cx="2233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/>
              <a:t>Sample Light 4spp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82DFC51C-1D77-CE61-88B2-69101D615FFE}"/>
                  </a:ext>
                </a:extLst>
              </p:cNvPr>
              <p:cNvSpPr txBox="1"/>
              <p:nvPr/>
            </p:nvSpPr>
            <p:spPr>
              <a:xfrm>
                <a:off x="3891165" y="5574670"/>
                <a:ext cx="4409669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𝑙𝑖𝑔h𝑡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𝑟𝑎𝑑𝑖𝑢𝑠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:     2,  1,  0.5,  0.1</m:t>
                      </m:r>
                    </m:oMath>
                  </m:oMathPara>
                </a14:m>
                <a:endParaRPr lang="en-US" altLang="zh-CN" b="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𝑙𝑖𝑔h𝑡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𝑟𝑎𝑑𝑖𝑎𝑛𝑐𝑒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:  1,  4,  16,  400</m:t>
                      </m:r>
                    </m:oMath>
                  </m:oMathPara>
                </a14:m>
                <a:endParaRPr lang="en-US" altLang="zh-CN" b="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:    0.4,  0.25,  0.16,  0.04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82DFC51C-1D77-CE61-88B2-69101D615F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1165" y="5574670"/>
                <a:ext cx="4409669" cy="92333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059689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FD6E51-E64C-1405-91CA-2107805EBB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8810BC34-5716-9D74-53E5-FA424D4FDF70}"/>
              </a:ext>
            </a:extLst>
          </p:cNvPr>
          <p:cNvSpPr/>
          <p:nvPr/>
        </p:nvSpPr>
        <p:spPr>
          <a:xfrm>
            <a:off x="5610438" y="1232400"/>
            <a:ext cx="5992745" cy="76827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6BEEBB02-7B77-FA18-7420-D9394B569C6C}"/>
                  </a:ext>
                </a:extLst>
              </p:cNvPr>
              <p:cNvSpPr/>
              <p:nvPr/>
            </p:nvSpPr>
            <p:spPr>
              <a:xfrm>
                <a:off x="5458038" y="1080000"/>
                <a:ext cx="5992745" cy="768274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L</m:t>
                          </m:r>
                        </m:e>
                        <m:sub>
                          <m:r>
                            <a:rPr lang="en-US" altLang="zh-CN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d>
                        <m:dPr>
                          <m:ctrlPr>
                            <a:rPr lang="en-US" altLang="zh-CN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altLang="zh-C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C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e>
                      </m:d>
                      <m:r>
                        <a:rPr lang="en-US" altLang="zh-CN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L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sub>
                      </m:sSub>
                      <m:d>
                        <m:dPr>
                          <m:ctrlPr>
                            <a:rPr lang="en-US" altLang="zh-CN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altLang="zh-CN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CN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e>
                      </m:d>
                      <m:r>
                        <a:rPr lang="en-US" altLang="zh-CN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trlPr>
                            <a:rPr lang="en-US" altLang="zh-CN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p>
                            <m:sSupPr>
                              <m:ctrlPr>
                                <a:rPr lang="en-US" altLang="zh-CN" sz="18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p>
                              <m:r>
                                <a:rPr lang="en-US" altLang="zh-C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sub>
                        <m:sup>
                          <m:r>
                            <a:rPr lang="en-US" altLang="zh-CN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  <m:e>
                          <m:r>
                            <a:rPr lang="en-US" altLang="zh-CN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altLang="zh-CN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L</m:t>
                              </m:r>
                            </m:e>
                            <m:sub>
                              <m:r>
                                <a:rPr lang="en-US" altLang="zh-C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altLang="zh-C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CN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zh-CN" sz="18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altLang="zh-CN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  <m:r>
                            <a:rPr lang="en-US" altLang="zh-CN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altLang="zh-CN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CN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altLang="zh-CN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CN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F4BF8C2C-2226-FE2F-F948-19BEA5E97A0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8038" y="1080000"/>
                <a:ext cx="5992745" cy="76827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矩形 6">
            <a:extLst>
              <a:ext uri="{FF2B5EF4-FFF2-40B4-BE49-F238E27FC236}">
                <a16:creationId xmlns:a16="http://schemas.microsoft.com/office/drawing/2014/main" id="{2747A1FF-D438-BCB1-3605-8F38C4232CF3}"/>
              </a:ext>
            </a:extLst>
          </p:cNvPr>
          <p:cNvSpPr/>
          <p:nvPr/>
        </p:nvSpPr>
        <p:spPr>
          <a:xfrm>
            <a:off x="588817" y="1232400"/>
            <a:ext cx="4451707" cy="522452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D2A7F2D-AD3D-C88A-5AA3-2D255B003832}"/>
              </a:ext>
            </a:extLst>
          </p:cNvPr>
          <p:cNvSpPr/>
          <p:nvPr/>
        </p:nvSpPr>
        <p:spPr>
          <a:xfrm>
            <a:off x="5610438" y="2368222"/>
            <a:ext cx="5992745" cy="404402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en-US" altLang="zh-CN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D4044B9A-A48E-298C-DBF2-B199295CA730}"/>
                  </a:ext>
                </a:extLst>
              </p:cNvPr>
              <p:cNvSpPr/>
              <p:nvPr/>
            </p:nvSpPr>
            <p:spPr>
              <a:xfrm>
                <a:off x="436417" y="1080000"/>
                <a:ext cx="4451707" cy="5224529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n-US" altLang="zh-C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  <m:sup>
                          <m:r>
                            <a:rPr lang="en-US" altLang="zh-C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  <m:e>
                          <m:r>
                            <a:rPr lang="en-US" altLang="zh-C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altLang="zh-C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US" altLang="zh-CN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？</m:t>
                      </m:r>
                      <m:r>
                        <a:rPr lang="en-US" altLang="zh-CN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      </m:t>
                      </m:r>
                      <m:sSub>
                        <m:sSubPr>
                          <m:ctrlPr>
                            <a:rPr lang="en-US" altLang="zh-C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C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  <m:r>
                        <a:rPr lang="en-US" altLang="zh-CN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C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f>
                            <m:fPr>
                              <m:ctrlP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altLang="zh-CN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zh-CN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zh-CN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a:rPr lang="en-US" altLang="zh-CN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altLang="zh-CN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zh-CN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zh-CN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en-US" altLang="zh-CN" sz="16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zh-CN" altLang="en-US" sz="16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zh-CN" sz="1600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a:rPr lang="zh-CN" altLang="en-US" sz="16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随机变量</m:t>
                    </m:r>
                    <m:sSub>
                      <m:sSubPr>
                        <m:ctrlPr>
                          <a:rPr lang="en-US" altLang="zh-CN" sz="16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6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en-US" altLang="zh-CN" sz="16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zh-CN" altLang="en-US" sz="16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服从</m:t>
                    </m:r>
                    <m:r>
                      <m:rPr>
                        <m:nor/>
                      </m:rPr>
                      <a:rPr lang="zh-CN" altLang="en-US" sz="16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概率密度</m:t>
                    </m:r>
                    <m:r>
                      <m:rPr>
                        <m:nor/>
                      </m:rPr>
                      <a:rPr lang="zh-CN" altLang="en-US" sz="16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zh-CN" sz="16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p</m:t>
                    </m:r>
                    <m:r>
                      <m:rPr>
                        <m:nor/>
                      </m:rPr>
                      <a:rPr lang="en-US" altLang="zh-CN" sz="16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US" altLang="zh-CN" sz="16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nor/>
                      </m:rPr>
                      <a:rPr lang="en-US" altLang="zh-CN" sz="16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1600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，且</a:t>
                </a:r>
                <a:r>
                  <a:rPr lang="en-US" altLang="zh-CN" sz="1600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x</a:t>
                </a:r>
                <a:r>
                  <a:rPr lang="zh-CN" altLang="en-US" sz="1600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∈</a:t>
                </a:r>
                <a:r>
                  <a:rPr lang="en-US" altLang="zh-CN" sz="1600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D</a:t>
                </a:r>
              </a:p>
              <a:p>
                <a:pPr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CN" sz="1600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E</m:t>
                      </m:r>
                      <m:d>
                        <m:dPr>
                          <m:ctrlPr>
                            <a:rPr lang="en-US" altLang="zh-CN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6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16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F</m:t>
                              </m:r>
                            </m:e>
                            <m:sub>
                              <m:r>
                                <a:rPr lang="en-US" altLang="zh-CN" sz="16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</m:e>
                      </m:d>
                      <m:r>
                        <a:rPr lang="en-US" altLang="zh-CN" sz="16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6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altLang="zh-CN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en-US" altLang="zh-CN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f>
                                <m:fPr>
                                  <m:ctrlPr>
                                    <a:rPr lang="en-US" altLang="zh-CN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en-US" altLang="zh-CN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16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6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6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num>
                                <m:den>
                                  <m:r>
                                    <a:rPr lang="en-US" altLang="zh-CN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altLang="zh-CN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16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6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6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den>
                              </m:f>
                            </m:e>
                          </m:nary>
                        </m:e>
                      </m:d>
                    </m:oMath>
                  </m:oMathPara>
                </a14:m>
                <a:endParaRPr lang="en-US" altLang="zh-CN" sz="16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r>
                        <a:rPr lang="en-US" altLang="zh-CN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altLang="zh-C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en-US" altLang="zh-CN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f>
                                <m:fPr>
                                  <m:ctrlPr>
                                    <a:rPr lang="en-US" altLang="zh-CN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en-US" altLang="zh-CN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16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6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6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num>
                                <m:den>
                                  <m:r>
                                    <a:rPr lang="en-US" altLang="zh-CN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altLang="zh-CN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16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6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6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den>
                              </m:f>
                            </m:e>
                          </m:nary>
                        </m:e>
                      </m:d>
                    </m:oMath>
                  </m:oMathPara>
                </a14:m>
                <a:endParaRPr lang="en-US" altLang="zh-CN" sz="16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CN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US" altLang="zh-CN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  <m:d>
                            <m:dPr>
                              <m:ctrlPr>
                                <a:rPr lang="en-US" altLang="zh-CN" sz="16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CN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en-US" altLang="zh-CN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16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6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6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num>
                                <m:den>
                                  <m:r>
                                    <a:rPr lang="en-US" altLang="zh-CN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altLang="zh-CN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16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6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6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den>
                              </m:f>
                            </m:e>
                          </m:d>
                        </m:e>
                      </m:nary>
                    </m:oMath>
                  </m:oMathPara>
                </a14:m>
                <a:endParaRPr lang="en-US" altLang="zh-CN" sz="16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altLang="zh-C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  <m:sup>
                          <m:r>
                            <a:rPr lang="en-US" altLang="zh-C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  <m:e>
                          <m:f>
                            <m:fPr>
                              <m:ctrlPr>
                                <a:rPr lang="en-US" altLang="zh-CN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altLang="zh-CN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altLang="zh-CN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altLang="zh-CN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den>
                          </m:f>
                          <m:r>
                            <a:rPr lang="en-US" altLang="zh-C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altLang="zh-C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US" altLang="zh-CN" sz="16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altLang="zh-C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  <m:sup>
                          <m:r>
                            <a:rPr lang="en-US" altLang="zh-C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  <m:e>
                          <m:r>
                            <a:rPr lang="en-US" altLang="zh-C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altLang="zh-C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US" altLang="zh-CN" sz="16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20000"/>
                  </a:lnSpc>
                </a:pPr>
                <a:endParaRPr lang="zh-CN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FB8CBB15-275D-4567-9D5E-51796086B60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417" y="1080000"/>
                <a:ext cx="4451707" cy="522452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458B0376-1A37-BB09-DC6A-9257CCC833A7}"/>
                  </a:ext>
                </a:extLst>
              </p:cNvPr>
              <p:cNvSpPr/>
              <p:nvPr/>
            </p:nvSpPr>
            <p:spPr>
              <a:xfrm>
                <a:off x="5458038" y="2215822"/>
                <a:ext cx="5992745" cy="4044026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根据</m:t>
                      </m:r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lang="zh-CN" alt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采</m:t>
                      </m:r>
                      <m:r>
                        <a:rPr lang="zh-CN" alt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样</m:t>
                      </m:r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zh-CN" alt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个</m:t>
                      </m:r>
                      <m:r>
                        <m:rPr>
                          <m:nor/>
                        </m:rPr>
                        <a:rPr lang="zh-CN" altLang="en-US" dirty="0">
                          <a:solidFill>
                            <a:schemeClr val="tx1"/>
                          </a:solidFill>
                        </a:rPr>
                        <m:t>入射方向</m:t>
                      </m:r>
                    </m:oMath>
                  </m:oMathPara>
                </a14:m>
                <a:endParaRPr lang="en-US" altLang="zh-CN" dirty="0">
                  <a:solidFill>
                    <a:schemeClr val="tx1"/>
                  </a:solidFill>
                </a:endParaRPr>
              </a:p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记为</m:t>
                      </m:r>
                      <m:r>
                        <a:rPr lang="zh-CN" altLang="en-US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：</m:t>
                      </m:r>
                      <m:r>
                        <a:rPr lang="en-US" altLang="zh-CN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=1,2,3,……,</m:t>
                      </m:r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en-US" altLang="zh-CN" dirty="0">
                  <a:solidFill>
                    <a:schemeClr val="tx1"/>
                  </a:solidFill>
                </a:endParaRPr>
              </a:p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p>
                            <m:sSupPr>
                              <m:ctrlP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p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sub>
                        <m:sup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  <m:e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L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zh-CN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altLang="zh-CN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zh-CN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f>
                            <m:fPr>
                              <m:ctrlP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altLang="zh-CN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CN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  <m:r>
                                    <a:rPr lang="en-US" altLang="zh-CN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altLang="zh-CN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𝑜</m:t>
                                      </m:r>
                                    </m:sub>
                                  </m:sSub>
                                </m:e>
                              </m:d>
                              <m:sSub>
                                <m:sSubPr>
                                  <m:ctrlPr>
                                    <a:rPr lang="en-US" altLang="zh-CN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L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en-US" altLang="zh-CN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altLang="zh-CN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altLang="zh-CN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i</m:t>
                                      </m:r>
                                      <m:r>
                                        <a:rPr lang="en-US" altLang="zh-CN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zh-CN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  <m:r>
                                    <a:rPr lang="en-US" altLang="zh-CN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</m:num>
                            <m:den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altLang="zh-CN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altLang="zh-CN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i</m:t>
                                      </m:r>
                                    </m:sub>
                                  </m:sSub>
                                </m:e>
                              </m:d>
                            </m:den>
                          </m:f>
                        </m:e>
                      </m:nary>
                    </m:oMath>
                  </m:oMathPara>
                </a14:m>
                <a:endParaRPr lang="en-US" altLang="zh-CN" dirty="0">
                  <a:solidFill>
                    <a:schemeClr val="tx1"/>
                  </a:solidFill>
                </a:endParaRPr>
              </a:p>
              <a:p>
                <a:pPr algn="ctr">
                  <a:lnSpc>
                    <a:spcPct val="150000"/>
                  </a:lnSpc>
                </a:pPr>
                <a:r>
                  <a:rPr lang="en-US" altLang="zh-CN" dirty="0">
                    <a:solidFill>
                      <a:schemeClr val="tx1"/>
                    </a:solidFill>
                  </a:rPr>
                  <a:t>N = 1</a:t>
                </a:r>
              </a:p>
            </p:txBody>
          </p:sp>
        </mc:Choice>
        <mc:Fallback xmlns="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2558B15F-DBF2-A0D3-0EC2-2C41AEE1763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8038" y="2215822"/>
                <a:ext cx="5992745" cy="404402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标题 2">
            <a:extLst>
              <a:ext uri="{FF2B5EF4-FFF2-40B4-BE49-F238E27FC236}">
                <a16:creationId xmlns:a16="http://schemas.microsoft.com/office/drawing/2014/main" id="{E1BBC964-5E10-4AF9-ED89-1BF6B556E0E0}"/>
              </a:ext>
            </a:extLst>
          </p:cNvPr>
          <p:cNvSpPr txBox="1">
            <a:spLocks/>
          </p:cNvSpPr>
          <p:nvPr/>
        </p:nvSpPr>
        <p:spPr>
          <a:xfrm>
            <a:off x="695960" y="360000"/>
            <a:ext cx="10800080" cy="720000"/>
          </a:xfrm>
          <a:prstGeom prst="rect">
            <a:avLst/>
          </a:prstGeom>
        </p:spPr>
        <p:txBody>
          <a:bodyPr/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kumimoji="0" lang="zh-CN" altLang="en-US" sz="3200" b="0" i="0" u="none" strike="noStrike" kern="1200" cap="none" spc="300" normalizeH="0" baseline="0" smtClea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lt"/>
                <a:cs typeface="MiSans Normal" panose="00000500000000000000" charset="-122"/>
              </a:defRPr>
            </a:lvl1pPr>
          </a:lstStyle>
          <a:p>
            <a:r>
              <a:rPr lang="zh-CN" altLang="en-US" dirty="0"/>
              <a:t>蒙特卡洛积分器  </a:t>
            </a:r>
            <a:r>
              <a:rPr lang="en-US" altLang="zh-CN" dirty="0"/>
              <a:t>Monte Carlo Integration</a:t>
            </a:r>
            <a:r>
              <a:rPr lang="zh-CN" altLang="en-US" dirty="0"/>
              <a:t>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44735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3143C507-3717-9A34-9B77-AB7C1E7475EA}"/>
              </a:ext>
            </a:extLst>
          </p:cNvPr>
          <p:cNvSpPr>
            <a:spLocks noGrp="1"/>
          </p:cNvSpPr>
          <p:nvPr>
            <p:ph type="title" idx="1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多重重要性采样  </a:t>
            </a:r>
            <a:r>
              <a:rPr lang="en-US" altLang="zh-CN" dirty="0"/>
              <a:t>Multiple Importance Sampling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3F16B3CA-8EE2-B9A9-C64A-51F86D50D1B1}"/>
                  </a:ext>
                </a:extLst>
              </p:cNvPr>
              <p:cNvSpPr txBox="1"/>
              <p:nvPr/>
            </p:nvSpPr>
            <p:spPr>
              <a:xfrm>
                <a:off x="0" y="1465054"/>
                <a:ext cx="5446143" cy="40173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n-US" altLang="zh-CN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  <m:sup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  <m:e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US" altLang="zh-CN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𝑑𝑓</m:t>
                          </m:r>
                          <m:d>
                            <m:d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altLang="zh-CN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𝑝𝑑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altLang="zh-CN" b="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𝑝𝑑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𝑝𝑑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den>
                      </m:f>
                    </m:oMath>
                  </m:oMathPara>
                </a14:m>
                <a:endParaRPr lang="en-US" altLang="zh-CN" b="0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zh-CN" b="0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𝑝𝑑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a</m:t>
                          </m:r>
                        </m:sub>
                      </m:sSub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𝑝𝑑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altLang="zh-CN" b="0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𝑝𝑑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d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𝑝𝑑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altLang="zh-CN" b="0" dirty="0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3F16B3CA-8EE2-B9A9-C64A-51F86D50D1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465054"/>
                <a:ext cx="5446143" cy="401738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A1451501-F14B-D2C9-C992-C8D2A8011AC3}"/>
                  </a:ext>
                </a:extLst>
              </p:cNvPr>
              <p:cNvSpPr txBox="1"/>
              <p:nvPr/>
            </p:nvSpPr>
            <p:spPr>
              <a:xfrm>
                <a:off x="5653177" y="1923929"/>
                <a:ext cx="6096000" cy="30996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f>
                            <m:f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𝑑𝑓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en-US" altLang="zh-CN" i="1" dirty="0">
                  <a:latin typeface="Cambria Math" panose="02040503050406030204" pitchFamily="18" charset="0"/>
                </a:endParaRPr>
              </a:p>
              <a:p>
                <a:endParaRPr lang="en-US" altLang="zh-CN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latin typeface="Cambria Math" panose="02040503050406030204" pitchFamily="18" charset="0"/>
                        </a:rPr>
                        <m:t>从</m:t>
                      </m:r>
                      <m:r>
                        <m:rPr>
                          <m:sty m:val="p"/>
                        </m:rPr>
                        <a:rPr lang="en-US" altLang="zh-CN" i="1">
                          <a:latin typeface="Cambria Math" panose="02040503050406030204" pitchFamily="18" charset="0"/>
                        </a:rPr>
                        <m:t>M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个分布中进行采样，其中第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个</m:t>
                      </m:r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分布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采样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zh-CN" altLang="en-US" i="1">
                          <a:latin typeface="Cambria Math" panose="02040503050406030204" pitchFamily="18" charset="0"/>
                        </a:rPr>
                        <m:t>个</m:t>
                      </m:r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样本</m:t>
                      </m:r>
                    </m:oMath>
                  </m:oMathPara>
                </a14:m>
                <a:endParaRPr lang="en-US" altLang="zh-CN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𝑀𝐼𝑆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sup>
                        <m:e>
                          <m:f>
                            <m:f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sup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f>
                                <m:f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, 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𝑑𝑓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, 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den>
                              </m:f>
                            </m:e>
                          </m:nary>
                        </m:e>
                      </m:nary>
                    </m:oMath>
                  </m:oMathPara>
                </a14:m>
                <a:endParaRPr lang="en-US" altLang="zh-CN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latin typeface="Cambria Math" panose="02040503050406030204" pitchFamily="18" charset="0"/>
                        </a:rPr>
                        <m:t>其中</m:t>
                      </m:r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：</m:t>
                      </m:r>
                      <m:nary>
                        <m:naryPr>
                          <m:chr m:val="∑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𝑀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  <m:t>w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nary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A1451501-F14B-D2C9-C992-C8D2A8011A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3177" y="1923929"/>
                <a:ext cx="6096000" cy="30996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291907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F57F4B-F39E-C6F7-CE8F-07F4C19EF1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3AFE4500-4150-B322-3EFA-DFA5577A2941}"/>
              </a:ext>
            </a:extLst>
          </p:cNvPr>
          <p:cNvSpPr>
            <a:spLocks noGrp="1"/>
          </p:cNvSpPr>
          <p:nvPr>
            <p:ph type="title" idx="1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多重重要性采样  </a:t>
            </a:r>
            <a:r>
              <a:rPr lang="en-US" altLang="zh-CN" dirty="0"/>
              <a:t>Multiple Importance Sampling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B699FA6E-4FB1-4D96-13C8-B6E344A1C339}"/>
                  </a:ext>
                </a:extLst>
              </p:cNvPr>
              <p:cNvSpPr txBox="1"/>
              <p:nvPr/>
            </p:nvSpPr>
            <p:spPr>
              <a:xfrm>
                <a:off x="115115" y="1227455"/>
                <a:ext cx="6096000" cy="52705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𝑀𝐼𝑆</m:t>
                              </m:r>
                            </m:sub>
                          </m:sSub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brk m:alnAt="23"/>
                                </m:rP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p>
                            <m:e>
                              <m:f>
                                <m:f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den>
                              </m:f>
                              <m:nary>
                                <m:naryPr>
                                  <m:chr m:val="∑"/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sup>
                                <m:e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, </m:t>
                                          </m:r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  <m:f>
                                    <m:f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  <m:d>
                                        <m:d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i="1">
                                                  <a:latin typeface="Cambria Math" panose="02040503050406030204" pitchFamily="18" charset="0"/>
                                                </a:rPr>
                                                <m:t>𝑋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i="1"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  <m:r>
                                                <a:rPr lang="en-US" altLang="zh-CN" i="1">
                                                  <a:latin typeface="Cambria Math" panose="02040503050406030204" pitchFamily="18" charset="0"/>
                                                </a:rPr>
                                                <m:t>, </m:t>
                                              </m:r>
                                              <m:r>
                                                <a:rPr lang="en-US" altLang="zh-CN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𝑝𝑑𝑓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i="1">
                                                  <a:latin typeface="Cambria Math" panose="02040503050406030204" pitchFamily="18" charset="0"/>
                                                </a:rPr>
                                                <m:t>𝑋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i="1"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  <m:r>
                                                <a:rPr lang="en-US" altLang="zh-CN" i="1">
                                                  <a:latin typeface="Cambria Math" panose="02040503050406030204" pitchFamily="18" charset="0"/>
                                                </a:rPr>
                                                <m:t>, </m:t>
                                              </m:r>
                                              <m:r>
                                                <a:rPr lang="en-US" altLang="zh-CN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den>
                                  </m:f>
                                </m:e>
                              </m:nary>
                            </m:e>
                          </m:nary>
                        </m:e>
                      </m:d>
                    </m:oMath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𝑀</m:t>
                          </m:r>
                        </m:sup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den>
                              </m:f>
                              <m:nary>
                                <m:naryPr>
                                  <m:chr m:val="∑"/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sup>
                                <m:e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, </m:t>
                                          </m:r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  <m:f>
                                    <m:f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  <m:d>
                                        <m:d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i="1">
                                                  <a:latin typeface="Cambria Math" panose="02040503050406030204" pitchFamily="18" charset="0"/>
                                                </a:rPr>
                                                <m:t>𝑋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i="1"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  <m:r>
                                                <a:rPr lang="en-US" altLang="zh-CN" i="1">
                                                  <a:latin typeface="Cambria Math" panose="02040503050406030204" pitchFamily="18" charset="0"/>
                                                </a:rPr>
                                                <m:t>, </m:t>
                                              </m:r>
                                              <m:r>
                                                <a:rPr lang="en-US" altLang="zh-CN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𝑝𝑑𝑓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i="1">
                                                  <a:latin typeface="Cambria Math" panose="02040503050406030204" pitchFamily="18" charset="0"/>
                                                </a:rPr>
                                                <m:t>𝑋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i="1"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  <m:r>
                                                <a:rPr lang="en-US" altLang="zh-CN" i="1">
                                                  <a:latin typeface="Cambria Math" panose="02040503050406030204" pitchFamily="18" charset="0"/>
                                                </a:rPr>
                                                <m:t>, </m:t>
                                              </m:r>
                                              <m:r>
                                                <a:rPr lang="en-US" altLang="zh-CN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den>
                                  </m:f>
                                </m:e>
                              </m:nary>
                            </m:e>
                          </m:d>
                        </m:e>
                      </m:nary>
                    </m:oMath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𝑀</m:t>
                          </m:r>
                        </m:sup>
                        <m:e>
                          <m:f>
                            <m:f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sup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d>
                                <m:d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, </m:t>
                                          </m:r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  <m:f>
                                    <m:f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  <m:d>
                                        <m:d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i="1">
                                                  <a:latin typeface="Cambria Math" panose="02040503050406030204" pitchFamily="18" charset="0"/>
                                                </a:rPr>
                                                <m:t>𝑋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i="1"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  <m:r>
                                                <a:rPr lang="en-US" altLang="zh-CN" i="1">
                                                  <a:latin typeface="Cambria Math" panose="02040503050406030204" pitchFamily="18" charset="0"/>
                                                </a:rPr>
                                                <m:t>, </m:t>
                                              </m:r>
                                              <m:r>
                                                <a:rPr lang="en-US" altLang="zh-CN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𝑝𝑑𝑓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i="1">
                                                  <a:latin typeface="Cambria Math" panose="02040503050406030204" pitchFamily="18" charset="0"/>
                                                </a:rPr>
                                                <m:t>𝑋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i="1"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  <m:r>
                                                <a:rPr lang="en-US" altLang="zh-CN" i="1">
                                                  <a:latin typeface="Cambria Math" panose="02040503050406030204" pitchFamily="18" charset="0"/>
                                                </a:rPr>
                                                <m:t>, </m:t>
                                              </m:r>
                                              <m:r>
                                                <a:rPr lang="en-US" altLang="zh-CN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den>
                                  </m:f>
                                </m:e>
                              </m:d>
                            </m:e>
                          </m:nary>
                        </m:e>
                      </m:nary>
                    </m:oMath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𝑀</m:t>
                          </m:r>
                        </m:sup>
                        <m:e>
                          <m:f>
                            <m:f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sup>
                            <m:e>
                              <m:nary>
                                <m:naryPr>
                                  <m:supHide m:val="on"/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sub>
                                <m:sup/>
                                <m:e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  <m:f>
                                    <m:f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  <m:d>
                                        <m:d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d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𝑝𝑑𝑓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d>
                                    </m:den>
                                  </m:f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𝑝𝑑</m:t>
                                  </m:r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𝑑𝑥</m:t>
                                  </m:r>
                                </m:e>
                              </m:nary>
                            </m:e>
                          </m:nary>
                        </m:e>
                      </m:nary>
                    </m:oMath>
                  </m:oMathPara>
                </a14:m>
                <a:br>
                  <a:rPr lang="en-US" altLang="zh-CN" dirty="0"/>
                </a:br>
                <a:endParaRPr lang="zh-CN" altLang="en-US" dirty="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B699FA6E-4FB1-4D96-13C8-B6E344A1C3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115" y="1227455"/>
                <a:ext cx="6096000" cy="527054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3D867A83-6C38-EB32-AACE-20A88395F49C}"/>
                  </a:ext>
                </a:extLst>
              </p:cNvPr>
              <p:cNvSpPr txBox="1"/>
              <p:nvPr/>
            </p:nvSpPr>
            <p:spPr>
              <a:xfrm>
                <a:off x="5308025" y="1489545"/>
                <a:ext cx="6096000" cy="47463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𝑀</m:t>
                          </m:r>
                        </m:sup>
                        <m:e>
                          <m:f>
                            <m:f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sup>
                            <m:e>
                              <m:nary>
                                <m:naryPr>
                                  <m:supHide m:val="on"/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sub>
                                <m:sup/>
                                <m:e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𝑑𝑥</m:t>
                                  </m:r>
                                </m:e>
                              </m:nary>
                            </m:e>
                          </m:nary>
                        </m:e>
                      </m:nary>
                    </m:oMath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𝑀</m:t>
                          </m:r>
                        </m:sup>
                        <m:e>
                          <m:nary>
                            <m:naryPr>
                              <m:supHide m:val="on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𝑑𝑥</m:t>
                              </m:r>
                            </m:e>
                          </m:nary>
                        </m:e>
                      </m:nary>
                    </m:oMath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supHide m:val="on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  <m:sup/>
                        <m:e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m:rPr>
                                      <m:brk m:alnAt="23"/>
                                    </m:r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e>
                              </m:nary>
                            </m:e>
                          </m:d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supHide m:val="on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  <m:sup/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3D867A83-6C38-EB32-AACE-20A88395F4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8025" y="1489545"/>
                <a:ext cx="6096000" cy="474636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914137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4C07BA-2613-7B4C-36FA-445386C84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8C34627E-F9B5-EA60-2BAE-FF931B029957}"/>
              </a:ext>
            </a:extLst>
          </p:cNvPr>
          <p:cNvSpPr>
            <a:spLocks noGrp="1"/>
          </p:cNvSpPr>
          <p:nvPr>
            <p:ph type="title"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权重函数  </a:t>
            </a:r>
            <a:r>
              <a:rPr lang="en-US" altLang="zh-CN" dirty="0"/>
              <a:t>Weighting Function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8A87D3A4-5962-2637-9240-1646292F88D3}"/>
                  </a:ext>
                </a:extLst>
              </p:cNvPr>
              <p:cNvSpPr txBox="1"/>
              <p:nvPr/>
            </p:nvSpPr>
            <p:spPr>
              <a:xfrm>
                <a:off x="523431" y="1729857"/>
                <a:ext cx="4704176" cy="40670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𝑀𝐼𝑆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𝑀</m:t>
                          </m:r>
                        </m:sup>
                        <m:e>
                          <m:f>
                            <m:f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sup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f>
                                <m:f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, 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𝑝𝑑𝑓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, 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den>
                              </m:f>
                            </m:e>
                          </m:nary>
                        </m:e>
                      </m:nary>
                    </m:oMath>
                  </m:oMathPara>
                </a14:m>
                <a:endParaRPr lang="en-US" altLang="zh-CN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latin typeface="Cambria Math" panose="02040503050406030204" pitchFamily="18" charset="0"/>
                        </a:rPr>
                        <m:t>其中：</m:t>
                      </m:r>
                      <m:nary>
                        <m:naryPr>
                          <m:chr m:val="∑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𝑀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w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nary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altLang="zh-CN" b="0" i="1" dirty="0">
                  <a:latin typeface="Cambria Math" panose="02040503050406030204" pitchFamily="18" charset="0"/>
                </a:endParaRPr>
              </a:p>
              <a:p>
                <a:r>
                  <a:rPr lang="zh-CN" altLang="en-US" b="0" dirty="0"/>
                  <a:t>       一个简单的权重函数为：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i="1" dirty="0"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d>
                      <m:d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𝑀</m:t>
                        </m:r>
                      </m:den>
                    </m:f>
                    <m:r>
                      <a:rPr lang="zh-CN" altLang="en-US" i="1" dirty="0">
                        <a:latin typeface="Cambria Math" panose="02040503050406030204" pitchFamily="18" charset="0"/>
                      </a:rPr>
                      <m:t>。</m:t>
                    </m:r>
                  </m:oMath>
                </a14:m>
                <a:r>
                  <a:rPr lang="zh-CN" altLang="en-US" dirty="0"/>
                  <a:t>但这相当于仅仅将不同分布中的样本相加，这样并不会有助于减少方差。</a:t>
                </a:r>
                <a:endParaRPr lang="en-US" altLang="zh-CN" dirty="0"/>
              </a:p>
              <a:p>
                <a:endParaRPr lang="en-US" altLang="zh-CN" dirty="0"/>
              </a:p>
              <a:p>
                <a:r>
                  <a:rPr lang="zh-CN" altLang="en-US" dirty="0"/>
                  <a:t>       一个更好的想法就是：如果一种采样方式能更好的匹配总被积函数，那么这种采样方式的权重就越高。反之，如果不能很好的匹配，那么就给它一个较低的权重。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8A87D3A4-5962-2637-9240-1646292F88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431" y="1729857"/>
                <a:ext cx="4704176" cy="4067011"/>
              </a:xfrm>
              <a:prstGeom prst="rect">
                <a:avLst/>
              </a:prstGeom>
              <a:blipFill>
                <a:blip r:embed="rId2"/>
                <a:stretch>
                  <a:fillRect l="-1166" r="-1036" b="-149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B6A8ACC2-D861-D056-054A-B9D949285F7C}"/>
                  </a:ext>
                </a:extLst>
              </p:cNvPr>
              <p:cNvSpPr txBox="1"/>
              <p:nvPr/>
            </p:nvSpPr>
            <p:spPr>
              <a:xfrm>
                <a:off x="5681932" y="1592983"/>
                <a:ext cx="6096000" cy="12629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zh-CN" altLang="en-US" dirty="0" smtClean="0"/>
                        <m:t>平衡启发式</m:t>
                      </m:r>
                      <m:r>
                        <m:rPr>
                          <m:nor/>
                        </m:rPr>
                        <a:rPr lang="en-US" altLang="zh-CN" b="0" i="0" dirty="0" smtClean="0"/>
                        <m:t>(</m:t>
                      </m:r>
                      <m:r>
                        <m:rPr>
                          <m:nor/>
                        </m:rPr>
                        <a:rPr lang="en-US" altLang="zh-CN" dirty="0" smtClean="0"/>
                        <m:t>Balance</m:t>
                      </m:r>
                      <m:r>
                        <m:rPr>
                          <m:nor/>
                        </m:rPr>
                        <a:rPr lang="en-US" altLang="zh-CN" dirty="0" smtClean="0"/>
                        <m:t> </m:t>
                      </m:r>
                      <m:r>
                        <m:rPr>
                          <m:nor/>
                        </m:rPr>
                        <a:rPr lang="en-US" altLang="zh-CN" dirty="0" smtClean="0"/>
                        <m:t>Heuristic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i="1" dirty="0">
                          <a:latin typeface="Cambria Math" panose="02040503050406030204" pitchFamily="18" charset="0"/>
                        </a:rPr>
                        <m:t>：</m:t>
                      </m:r>
                      <m:sSub>
                        <m:sSub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i="1" dirty="0"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d>
                        <m:d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𝑝𝑑</m:t>
                          </m:r>
                          <m:sSub>
                            <m:sSubPr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US" altLang="zh-CN" i="1" dirty="0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p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𝑝𝑑</m:t>
                              </m:r>
                              <m:sSub>
                                <m:sSubPr>
                                  <m:ctrlPr>
                                    <a:rPr lang="en-US" altLang="zh-CN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dirty="0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zh-CN" b="0" i="1" dirty="0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0" i="1" dirty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nary>
                        </m:den>
                      </m:f>
                    </m:oMath>
                  </m:oMathPara>
                </a14:m>
                <a:endParaRPr lang="en-US" altLang="zh-CN" dirty="0"/>
              </a:p>
              <a:p>
                <a:r>
                  <a:rPr lang="zh-CN" altLang="en-US" dirty="0"/>
                  <a:t>       平衡启发式根据样本的概率密度决定权重函数，样本对应的概率密度越高，它的权重就越大。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B6A8ACC2-D861-D056-054A-B9D949285F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1932" y="1592983"/>
                <a:ext cx="6096000" cy="1262910"/>
              </a:xfrm>
              <a:prstGeom prst="rect">
                <a:avLst/>
              </a:prstGeom>
              <a:blipFill>
                <a:blip r:embed="rId3"/>
                <a:stretch>
                  <a:fillRect l="-800" b="-67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CB51787B-C4A5-5357-0154-8C0168BBBEA3}"/>
                  </a:ext>
                </a:extLst>
              </p:cNvPr>
              <p:cNvSpPr txBox="1"/>
              <p:nvPr/>
            </p:nvSpPr>
            <p:spPr>
              <a:xfrm>
                <a:off x="5681932" y="4002108"/>
                <a:ext cx="6096000" cy="15502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dirty="0" smtClean="0">
                          <a:latin typeface="Cambria Math" panose="02040503050406030204" pitchFamily="18" charset="0"/>
                        </a:rPr>
                        <m:t>幂</m:t>
                      </m:r>
                      <m:r>
                        <m:rPr>
                          <m:nor/>
                        </m:rPr>
                        <a:rPr lang="zh-CN" altLang="en-US" dirty="0" smtClean="0"/>
                        <m:t>启发式</m:t>
                      </m:r>
                      <m:r>
                        <m:rPr>
                          <m:nor/>
                        </m:rPr>
                        <a:rPr lang="en-US" altLang="zh-CN" b="0" i="0" dirty="0" smtClean="0"/>
                        <m:t>(</m:t>
                      </m:r>
                      <m:r>
                        <m:rPr>
                          <m:nor/>
                        </m:rPr>
                        <a:rPr lang="en-US" altLang="zh-CN" b="0" i="0" dirty="0" smtClean="0"/>
                        <m:t>Power</m:t>
                      </m:r>
                      <m:r>
                        <m:rPr>
                          <m:nor/>
                        </m:rPr>
                        <a:rPr lang="en-US" altLang="zh-CN" dirty="0" smtClean="0"/>
                        <m:t> </m:t>
                      </m:r>
                      <m:r>
                        <m:rPr>
                          <m:nor/>
                        </m:rPr>
                        <a:rPr lang="en-US" altLang="zh-CN" dirty="0" smtClean="0"/>
                        <m:t>Heuristic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i="1" dirty="0">
                          <a:latin typeface="Cambria Math" panose="02040503050406030204" pitchFamily="18" charset="0"/>
                        </a:rPr>
                        <m:t>：</m:t>
                      </m:r>
                      <m:sSub>
                        <m:sSub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i="1" dirty="0"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d>
                        <m:d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0" i="1" dirty="0" smtClean="0">
                                      <a:latin typeface="Cambria Math" panose="02040503050406030204" pitchFamily="18" charset="0"/>
                                    </a:rPr>
                                    <m:t>𝑝𝑑</m:t>
                                  </m:r>
                                  <m:sSub>
                                    <m:sSubPr>
                                      <m:ctrlPr>
                                        <a:rPr lang="en-US" altLang="zh-CN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dirty="0" smtClean="0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US" altLang="zh-CN" b="0" i="1" dirty="0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altLang="zh-CN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b="0" i="1" dirty="0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sup>
                          </m:sSup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US" altLang="zh-CN" i="1" dirty="0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altLang="zh-CN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zh-CN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b="0" i="1" dirty="0" smtClean="0">
                                          <a:latin typeface="Cambria Math" panose="02040503050406030204" pitchFamily="18" charset="0"/>
                                        </a:rPr>
                                        <m:t>𝑝𝑑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b="0" i="1" dirty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b="0" i="1" dirty="0" smtClean="0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US" altLang="zh-CN" b="0" i="1" dirty="0" smtClean="0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altLang="zh-CN" b="0" i="1" dirty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CN" b="0" i="1" dirty="0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  <m:sup>
                                  <m:r>
                                    <a:rPr lang="en-US" altLang="zh-CN" b="0" i="1" dirty="0" smtClean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sup>
                              </m:sSup>
                            </m:e>
                          </m:nary>
                        </m:den>
                      </m:f>
                    </m:oMath>
                  </m:oMathPara>
                </a14:m>
                <a:endParaRPr lang="en-US" altLang="zh-CN" dirty="0"/>
              </a:p>
              <a:p>
                <a:r>
                  <a:rPr lang="zh-CN" altLang="en-US" dirty="0"/>
                  <a:t>       幂启发式与平衡启发式类似，但是在实践中通常有更好的效果。我们的实现会将令</a:t>
                </a:r>
                <a:r>
                  <a:rPr lang="en-US" altLang="zh-CN" dirty="0"/>
                  <a:t>β=2</a:t>
                </a:r>
                <a:r>
                  <a:rPr lang="zh-CN" altLang="en-US" dirty="0"/>
                  <a:t>。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CB51787B-C4A5-5357-0154-8C0168BBBE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1932" y="4002108"/>
                <a:ext cx="6096000" cy="1550296"/>
              </a:xfrm>
              <a:prstGeom prst="rect">
                <a:avLst/>
              </a:prstGeom>
              <a:blipFill>
                <a:blip r:embed="rId4"/>
                <a:stretch>
                  <a:fillRect l="-800" b="-55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168335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BF4735-7B84-F890-73C3-280F8079F2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3DF1C652-543B-F415-0E79-C56D8B7CCF23}"/>
              </a:ext>
            </a:extLst>
          </p:cNvPr>
          <p:cNvSpPr>
            <a:spLocks noGrp="1"/>
          </p:cNvSpPr>
          <p:nvPr>
            <p:ph type="title"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多重重要性采样补偿  </a:t>
            </a:r>
            <a:r>
              <a:rPr lang="en-US" altLang="zh-CN" dirty="0"/>
              <a:t>MIS Compensation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8A0155F2-9AFE-9B02-E28F-9F36ED69B065}"/>
                  </a:ext>
                </a:extLst>
              </p:cNvPr>
              <p:cNvSpPr txBox="1"/>
              <p:nvPr/>
            </p:nvSpPr>
            <p:spPr>
              <a:xfrm>
                <a:off x="529183" y="1591061"/>
                <a:ext cx="4778939" cy="39528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𝑀𝐼𝑆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𝑀</m:t>
                          </m:r>
                        </m:sup>
                        <m:e>
                          <m:f>
                            <m:f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sup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f>
                                <m:f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, 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𝑝𝑑𝑓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, 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den>
                              </m:f>
                            </m:e>
                          </m:nary>
                        </m:e>
                      </m:nary>
                    </m:oMath>
                  </m:oMathPara>
                </a14:m>
                <a:endParaRPr lang="en-US" altLang="zh-CN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latin typeface="Cambria Math" panose="02040503050406030204" pitchFamily="18" charset="0"/>
                        </a:rPr>
                        <m:t>其中：</m:t>
                      </m:r>
                      <m:nary>
                        <m:naryPr>
                          <m:chr m:val="∑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𝑀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w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nary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altLang="zh-CN" b="0" i="1" dirty="0">
                  <a:latin typeface="Cambria Math" panose="02040503050406030204" pitchFamily="18" charset="0"/>
                </a:endParaRPr>
              </a:p>
              <a:p>
                <a:endParaRPr lang="en-US" altLang="zh-CN" b="0" i="1" dirty="0">
                  <a:latin typeface="Cambria Math" panose="02040503050406030204" pitchFamily="18" charset="0"/>
                </a:endParaRPr>
              </a:p>
              <a:p>
                <a:r>
                  <a:rPr lang="zh-CN" altLang="en-US" b="0" dirty="0"/>
                  <a:t>       多重重要性采样会从多个分布中采样，但是与重要性采样不同的是，</a:t>
                </a:r>
                <a:r>
                  <a:rPr lang="en-US" altLang="zh-CN" b="0" dirty="0"/>
                  <a:t>MIS</a:t>
                </a:r>
                <a:r>
                  <a:rPr lang="zh-CN" altLang="en-US" b="0" dirty="0"/>
                  <a:t>不要求每一个分布都覆盖被积函数的定义域，只要所有分布能够共同覆盖被积函数的定义域就行。</a:t>
                </a:r>
                <a:endParaRPr lang="en-US" altLang="zh-CN" b="0" dirty="0"/>
              </a:p>
              <a:p>
                <a:endParaRPr lang="en-US" altLang="zh-CN" b="0" dirty="0"/>
              </a:p>
              <a:p>
                <a:r>
                  <a:rPr lang="en-US" altLang="zh-CN" dirty="0"/>
                  <a:t>       </a:t>
                </a:r>
                <a:r>
                  <a:rPr lang="zh-CN" altLang="en-US" b="0" dirty="0"/>
                  <a:t>也就是无论如何，被积函数的某个取值都能被至少一个分布所覆盖。</a:t>
                </a:r>
                <a:endParaRPr lang="en-US" altLang="zh-CN" b="0" dirty="0"/>
              </a:p>
            </p:txBody>
          </p:sp>
        </mc:Choice>
        <mc:Fallback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8A0155F2-9AFE-9B02-E28F-9F36ED69B0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183" y="1591061"/>
                <a:ext cx="4778939" cy="3952877"/>
              </a:xfrm>
              <a:prstGeom prst="rect">
                <a:avLst/>
              </a:prstGeom>
              <a:blipFill>
                <a:blip r:embed="rId2"/>
                <a:stretch>
                  <a:fillRect l="-1148" r="-1020" b="-15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92FD1456-33D1-287F-5315-F5F0709EB21A}"/>
                  </a:ext>
                </a:extLst>
              </p:cNvPr>
              <p:cNvSpPr txBox="1"/>
              <p:nvPr/>
            </p:nvSpPr>
            <p:spPr>
              <a:xfrm>
                <a:off x="5259631" y="3772763"/>
                <a:ext cx="6096000" cy="87485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𝑝𝑑𝑓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d>
                        <m:d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𝑚𝑎𝑥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0, </m:t>
                                  </m:r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𝑝𝑑</m:t>
                                  </m:r>
                                  <m:sSubSup>
                                    <m:sSubSupPr>
                                      <m:ctrlP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  <m:sup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bSup>
                                  <m:d>
                                    <m:dPr>
                                      <m:ctrlP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𝛿</m:t>
                                  </m:r>
                                </m:e>
                              </m:d>
                            </m:e>
                          </m:func>
                        </m:num>
                        <m:den>
                          <m:nary>
                            <m:naryPr>
                              <m:supHide m:val="on"/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sub>
                            <m:sup/>
                            <m:e>
                              <m:func>
                                <m:func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𝑚𝑎𝑥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0, </m:t>
                                      </m:r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𝑝𝑑</m:t>
                                      </m:r>
                                      <m:sSubSup>
                                        <m:sSubSupPr>
                                          <m:ctrlPr>
                                            <a:rPr lang="en-US" altLang="zh-CN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2000" i="1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000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2000" i="1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bSup>
                                      <m:d>
                                        <m:dPr>
                                          <m:ctrlPr>
                                            <a:rPr lang="en-US" altLang="zh-CN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CN" sz="20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d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𝛿</m:t>
                                      </m:r>
                                    </m:e>
                                  </m:d>
                                </m:e>
                              </m:func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𝑑𝑥</m:t>
                              </m:r>
                            </m:e>
                          </m:nary>
                        </m:den>
                      </m:f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92FD1456-33D1-287F-5315-F5F0709EB2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9631" y="3772763"/>
                <a:ext cx="6096000" cy="87485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本框 10">
            <a:extLst>
              <a:ext uri="{FF2B5EF4-FFF2-40B4-BE49-F238E27FC236}">
                <a16:creationId xmlns:a16="http://schemas.microsoft.com/office/drawing/2014/main" id="{3212D01E-11DC-7BB7-1FB5-083C9600AD65}"/>
              </a:ext>
            </a:extLst>
          </p:cNvPr>
          <p:cNvSpPr txBox="1"/>
          <p:nvPr/>
        </p:nvSpPr>
        <p:spPr>
          <a:xfrm>
            <a:off x="5566817" y="1935033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       MIS</a:t>
            </a:r>
            <a:r>
              <a:rPr lang="zh-CN" altLang="en-US" dirty="0"/>
              <a:t>补偿的原理就是锐化一个或多个分布，使得新得到的分布不再包含原分布中概率密度较小的部分，以此来减少方差。</a:t>
            </a:r>
          </a:p>
        </p:txBody>
      </p:sp>
    </p:spTree>
    <p:extLst>
      <p:ext uri="{BB962C8B-B14F-4D97-AF65-F5344CB8AC3E}">
        <p14:creationId xmlns:p14="http://schemas.microsoft.com/office/powerpoint/2010/main" val="37968433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D7725F-0EB8-EF56-7C44-26FBB73DC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9B8BEE1E-C9FD-7617-D8CB-43E1A5CBF0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1440" y="-159452"/>
            <a:ext cx="3213095" cy="2157364"/>
          </a:xfrm>
          <a:prstGeom prst="rect">
            <a:avLst/>
          </a:prstGeom>
        </p:spPr>
      </p:pic>
      <p:sp>
        <p:nvSpPr>
          <p:cNvPr id="3" name="标题 2">
            <a:extLst>
              <a:ext uri="{FF2B5EF4-FFF2-40B4-BE49-F238E27FC236}">
                <a16:creationId xmlns:a16="http://schemas.microsoft.com/office/drawing/2014/main" id="{DA2EC8F6-E6DB-194B-2207-9BED1E423696}"/>
              </a:ext>
            </a:extLst>
          </p:cNvPr>
          <p:cNvSpPr>
            <a:spLocks noGrp="1"/>
          </p:cNvSpPr>
          <p:nvPr>
            <p:ph type="title" idx="1"/>
          </p:nvPr>
        </p:nvSpPr>
        <p:spPr/>
        <p:txBody>
          <a:bodyPr/>
          <a:lstStyle/>
          <a:p>
            <a:r>
              <a:rPr lang="zh-CN" altLang="en-US" dirty="0"/>
              <a:t>混合两种渲染方程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内容占位符 1">
                <a:extLst>
                  <a:ext uri="{FF2B5EF4-FFF2-40B4-BE49-F238E27FC236}">
                    <a16:creationId xmlns:a16="http://schemas.microsoft.com/office/drawing/2014/main" id="{39C9A0C4-A986-C2BA-D6EC-30B882DAFEF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93454" y="1492612"/>
                <a:ext cx="12138560" cy="2460523"/>
              </a:xfrm>
              <a:prstGeom prst="rect">
                <a:avLst/>
              </a:prstGeom>
              <a:ln>
                <a:noFill/>
                <a:prstDash val="sysDash"/>
              </a:ln>
            </p:spPr>
            <p:txBody>
              <a:bodyPr vert="horz" lIns="90000" tIns="46800" rIns="90000" bIns="46800" rtlCol="0">
                <a:normAutofit/>
              </a:bodyPr>
              <a:lstStyle>
                <a:defPPr>
                  <a:defRPr lang="zh-CN"/>
                </a:defPPr>
                <a:lvl1pPr marL="228600" marR="0" lvl="0" indent="-228600" algn="l" defTabSz="914400" rtl="0" eaLnBrk="1" fontAlgn="auto" latinLnBrk="0" hangingPunct="1">
                  <a:lnSpc>
                    <a:spcPct val="13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●"/>
                  <a:defRPr kumimoji="0" lang="zh-CN" altLang="en-US" sz="1800" b="0" i="0" u="none" strike="noStrike" kern="1200" cap="none" spc="150" normalizeH="0" baseline="0" noProof="1" dirty="0">
                    <a:ln>
                      <a:noFill/>
                      <a:prstDash val="sysDot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uFillTx/>
                    <a:latin typeface="+mn-ea"/>
                    <a:ea typeface="+mn-ea"/>
                    <a:cs typeface="MiSans Normal" panose="00000500000000000000" charset="-122"/>
                    <a:sym typeface="+mn-ea"/>
                  </a:defRPr>
                </a:lvl1pPr>
                <a:lvl2pPr marL="449580" marR="0" lvl="1" indent="-231775" algn="l" defTabSz="91440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●"/>
                  <a:tabLst>
                    <a:tab pos="1609725" algn="l"/>
                  </a:tabLst>
                  <a:defRPr kumimoji="0" sz="1600" b="0" i="0" u="none" strike="noStrike" kern="1200" cap="none" spc="150" normalizeH="0" baseline="0">
                    <a:ln>
                      <a:noFill/>
                      <a:prstDash val="sysDot"/>
                    </a:ln>
                    <a:solidFill>
                      <a:schemeClr val="tx1">
                        <a:lumMod val="50000"/>
                        <a:lumOff val="50000"/>
                      </a:schemeClr>
                    </a:solidFill>
                    <a:uFillTx/>
                    <a:latin typeface="+mn-ea"/>
                    <a:ea typeface="+mn-ea"/>
                    <a:cs typeface="MiSans Normal" panose="00000500000000000000" charset="-122"/>
                  </a:defRPr>
                </a:lvl2pPr>
                <a:lvl3pPr marL="719455" marR="0" lvl="2" indent="-276225" algn="l" defTabSz="91440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●"/>
                  <a:defRPr kumimoji="0" sz="1600" b="0" i="0" u="none" strike="noStrike" kern="1200" cap="none" spc="150" normalizeH="0" baseline="0">
                    <a:ln>
                      <a:noFill/>
                      <a:prstDash val="sysDot"/>
                    </a:ln>
                    <a:solidFill>
                      <a:schemeClr val="tx1">
                        <a:lumMod val="50000"/>
                        <a:lumOff val="50000"/>
                      </a:schemeClr>
                    </a:solidFill>
                    <a:uFillTx/>
                    <a:latin typeface="+mn-ea"/>
                    <a:ea typeface="+mn-ea"/>
                    <a:cs typeface="MiSans Normal" panose="00000500000000000000" charset="-122"/>
                  </a:defRPr>
                </a:lvl3pPr>
                <a:lvl4pPr marL="987425" marR="0" lvl="3" indent="-262255" algn="l" defTabSz="91440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300"/>
                  </a:spcAft>
                  <a:buFont typeface="Wingdings" panose="05000000000000000000" charset="0"/>
                  <a:buChar char=""/>
                  <a:tabLst>
                    <a:tab pos="899795" algn="l"/>
                  </a:tabLst>
                  <a:defRPr kumimoji="0" sz="1400" b="0" i="0" u="none" strike="noStrike" kern="1200" cap="none" spc="150" normalizeH="0" baseline="0">
                    <a:ln>
                      <a:noFill/>
                      <a:prstDash val="sysDot"/>
                    </a:ln>
                    <a:solidFill>
                      <a:schemeClr val="tx1">
                        <a:lumMod val="50000"/>
                        <a:lumOff val="50000"/>
                      </a:schemeClr>
                    </a:solidFill>
                    <a:uFillTx/>
                    <a:latin typeface="+mn-ea"/>
                    <a:ea typeface="+mn-ea"/>
                    <a:cs typeface="MiSans Normal" panose="00000500000000000000" charset="-122"/>
                  </a:defRPr>
                </a:lvl4pPr>
                <a:lvl5pPr marL="1256030" marR="0" lvl="4" indent="-262255" algn="l" defTabSz="91440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  <a:defRPr kumimoji="0" sz="1400" b="0" i="0" u="none" strike="noStrike" kern="1200" cap="none" spc="150" normalizeH="0" baseline="0">
                    <a:ln>
                      <a:noFill/>
                      <a:prstDash val="sysDot"/>
                    </a:ln>
                    <a:solidFill>
                      <a:schemeClr val="tx1">
                        <a:lumMod val="50000"/>
                        <a:lumOff val="50000"/>
                      </a:schemeClr>
                    </a:solidFill>
                    <a:uFillTx/>
                    <a:latin typeface="+mn-ea"/>
                    <a:ea typeface="+mn-ea"/>
                    <a:cs typeface="MiSans Normal" panose="00000500000000000000" charset="-122"/>
                  </a:defRPr>
                </a:lvl5pPr>
                <a:lvl6pPr marL="25146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altLang="zh-CN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2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1" i="1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altLang="zh-CN" sz="12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→</m:t>
                          </m:r>
                          <m:sSub>
                            <m:sSubPr>
                              <m:ctrlPr>
                                <a:rPr lang="en-US" altLang="zh-CN" sz="12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1" i="1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altLang="zh-CN" sz="1200" b="1" i="1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e>
                      </m:d>
                      <m:r>
                        <a:rPr lang="en-US" altLang="zh-CN" sz="1200" b="1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d>
                        <m:dPr>
                          <m:ctrlPr>
                            <a:rPr lang="en-US" altLang="zh-CN" sz="12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CN" sz="1200" b="1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200" b="1" i="1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altLang="zh-CN" sz="12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US" altLang="zh-CN" sz="1200" b="1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→</m:t>
                          </m:r>
                          <m:sSub>
                            <m:sSubPr>
                              <m:ctrlPr>
                                <a:rPr lang="en-US" altLang="zh-CN" sz="12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1" i="1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altLang="zh-CN" sz="1200" b="1" i="1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e>
                      </m:d>
                    </m:oMath>
                    <m:oMath xmlns:m="http://schemas.openxmlformats.org/officeDocument/2006/math">
                      <m:r>
                        <a:rPr lang="en-US" altLang="zh-CN" sz="1200" b="1" i="1">
                          <a:latin typeface="Cambria Math" panose="02040503050406030204" pitchFamily="18" charset="0"/>
                        </a:rPr>
                        <m:t>    +</m:t>
                      </m:r>
                      <m:nary>
                        <m:naryPr>
                          <m:supHide m:val="on"/>
                          <m:ctrlPr>
                            <a:rPr lang="en-US" altLang="zh-CN" sz="12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sub>
                          </m:sSub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altLang="zh-CN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12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CN" sz="12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12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2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  <m:sup>
                                  <m:r>
                                    <a:rPr lang="en-US" altLang="zh-CN" sz="12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  <m:r>
                                <a:rPr lang="en-US" altLang="zh-CN" sz="12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2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2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2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sz="12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CN" sz="12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1200" b="1" i="1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2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  <m:sup>
                                  <m:r>
                                    <a:rPr lang="en-US" altLang="zh-CN" sz="1200" b="1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  <m:r>
                                <a:rPr lang="en-US" altLang="zh-CN" sz="1200" b="1" i="1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2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b="1" i="1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200" b="1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altLang="zh-CN" sz="1200" b="1" i="1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2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b="1" i="1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200" b="1" i="1"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𝐺</m:t>
                          </m:r>
                          <m:d>
                            <m:dPr>
                              <m:ctrlPr>
                                <a:rPr lang="en-US" altLang="zh-CN" sz="12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CN" sz="12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1200" b="1" i="1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2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  <m:sup>
                                  <m:r>
                                    <a:rPr lang="en-US" altLang="zh-CN" sz="1200" b="1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  <m:r>
                                <a:rPr lang="en-US" altLang="zh-CN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↔</m:t>
                              </m:r>
                              <m:sSub>
                                <m:sSubPr>
                                  <m:ctrlPr>
                                    <a:rPr lang="en-US" altLang="zh-CN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altLang="zh-CN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sz="1200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CN" sz="12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1200" b="1" i="1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2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  <m:sup>
                                  <m:r>
                                    <a:rPr lang="en-US" altLang="zh-CN" sz="1200" b="1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</m:e>
                          </m:d>
                        </m:e>
                      </m:nary>
                    </m:oMath>
                    <m:oMath xmlns:m="http://schemas.openxmlformats.org/officeDocument/2006/math">
                      <m:r>
                        <a:rPr lang="en-US" altLang="zh-CN" sz="1200" b="1" i="1">
                          <a:latin typeface="Cambria Math" panose="02040503050406030204" pitchFamily="18" charset="0"/>
                        </a:rPr>
                        <m:t>    +</m:t>
                      </m:r>
                      <m:nary>
                        <m:naryPr>
                          <m:supHide m:val="on"/>
                          <m:ctrlPr>
                            <a:rPr lang="en-US" altLang="zh-CN" sz="12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  <m:sup/>
                        <m:e>
                          <m:nary>
                            <m:naryPr>
                              <m:supHide m:val="on"/>
                              <m:ctrlPr>
                                <a:rPr lang="en-US" altLang="zh-CN" sz="1200" b="1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lang="en-US" altLang="zh-CN" sz="1200" b="0" i="1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zh-CN" sz="1200" b="0" i="1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sub>
                              </m:sSub>
                            </m:sub>
                            <m:sup/>
                            <m:e>
                              <m:r>
                                <a:rPr lang="en-US" altLang="zh-CN" sz="12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altLang="zh-CN" sz="12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2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b="1" i="1"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200" b="1" i="1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  <m:r>
                                    <a:rPr lang="en-US" altLang="zh-CN" sz="1200" b="1" i="1"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altLang="zh-CN" sz="12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b="1" i="1"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200" b="1" i="1"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  <m:r>
                                    <a:rPr lang="en-US" altLang="zh-CN" sz="1200" b="1" i="1"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altLang="zh-CN" sz="12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b="1" i="1"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200" b="1" i="1">
                                          <a:latin typeface="Cambria Math" panose="02040503050406030204" pitchFamily="18" charset="0"/>
                                        </a:rPr>
                                        <m:t>𝟎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12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12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altLang="zh-CN" sz="1200" b="1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altLang="zh-CN" sz="12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12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2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sub>
                                    <m:sup>
                                      <m:r>
                                        <a:rPr lang="en-US" altLang="zh-CN" sz="12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bSup>
                                  <m:r>
                                    <a:rPr lang="en-US" altLang="zh-CN" sz="1200" b="1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altLang="zh-CN" sz="12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2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  <m:r>
                                    <a:rPr lang="en-US" altLang="zh-CN" sz="1200" b="1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altLang="zh-CN" sz="12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2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12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altLang="zh-CN" sz="12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altLang="zh-CN" sz="12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sz="12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altLang="zh-CN" sz="12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12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2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sub>
                                    <m:sup>
                                      <m:r>
                                        <a:rPr lang="en-US" altLang="zh-CN" sz="12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bSup>
                                  <m:r>
                                    <a:rPr lang="en-US" altLang="zh-CN" sz="12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altLang="zh-CN" sz="12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2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1200" i="1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12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  <m:d>
                                <m:dPr>
                                  <m:ctrlPr>
                                    <a:rPr lang="en-US" altLang="zh-CN" sz="1200" b="1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altLang="zh-CN" sz="12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12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2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sub>
                                    <m:sup>
                                      <m:r>
                                        <a:rPr lang="en-US" altLang="zh-CN" sz="12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bSup>
                                  <m:r>
                                    <a:rPr lang="en-US" altLang="zh-CN" sz="1200" b="1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↔</m:t>
                                  </m:r>
                                  <m:sSub>
                                    <m:sSubPr>
                                      <m:ctrlPr>
                                        <a:rPr lang="en-US" altLang="zh-CN" sz="12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2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12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1200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  <m:d>
                                <m:dPr>
                                  <m:ctrlPr>
                                    <a:rPr lang="en-US" altLang="zh-CN" sz="12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2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b="1" i="1"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200" b="1" i="1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  <m:r>
                                    <a:rPr lang="en-US" altLang="zh-CN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↔</m:t>
                                  </m:r>
                                  <m:sSub>
                                    <m:sSubPr>
                                      <m:ctrlPr>
                                        <a:rPr lang="en-US" altLang="zh-CN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12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sSub>
                                <m:sSubPr>
                                  <m:ctrlPr>
                                    <a:rPr lang="en-US" altLang="zh-CN" sz="12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zh-CN" sz="12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sz="12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altLang="zh-CN" sz="12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12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2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sub>
                                    <m:sup>
                                      <m:r>
                                        <a:rPr lang="en-US" altLang="zh-CN" sz="12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</m:nary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𝑑𝐴</m:t>
                          </m:r>
                          <m:d>
                            <m:dPr>
                              <m:ctrlPr>
                                <a:rPr lang="en-US" altLang="zh-CN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2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b="1" i="1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2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  <m:oMath xmlns:m="http://schemas.openxmlformats.org/officeDocument/2006/math">
                      <m:r>
                        <a:rPr lang="en-US" altLang="zh-CN" sz="1200" b="1" i="1">
                          <a:latin typeface="Cambria Math" panose="02040503050406030204" pitchFamily="18" charset="0"/>
                        </a:rPr>
                        <m:t>    +</m:t>
                      </m:r>
                      <m:nary>
                        <m:naryPr>
                          <m:supHide m:val="on"/>
                          <m:ctrlPr>
                            <a:rPr lang="en-US" altLang="zh-CN" sz="12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  <m:sup/>
                        <m:e>
                          <m:nary>
                            <m:naryPr>
                              <m:supHide m:val="on"/>
                              <m:ctrlPr>
                                <a:rPr lang="en-US" altLang="zh-CN" sz="1200" b="1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sz="12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  <m:sup/>
                            <m:e>
                              <m:nary>
                                <m:naryPr>
                                  <m:supHide m:val="on"/>
                                  <m:ctrlPr>
                                    <a:rPr lang="en-US" altLang="zh-CN" sz="12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sSub>
                                    <m:sSubPr>
                                      <m:ctrlPr>
                                        <a:rPr lang="en-US" altLang="zh-CN" sz="1200" b="0" i="1" smtClean="0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en-US" altLang="zh-CN" sz="1200" b="0" i="1" smtClean="0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</m:sub>
                                  </m:sSub>
                                </m:sub>
                                <m:sup/>
                                <m:e>
                                  <m:r>
                                    <a:rPr lang="en-US" altLang="zh-CN" sz="12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en-US" altLang="zh-CN" sz="12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12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200" b="1" i="1"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200" b="1" i="1">
                                              <a:latin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</m:sub>
                                      </m:sSub>
                                      <m:r>
                                        <a:rPr lang="en-US" altLang="zh-CN" sz="1200" b="1" i="1"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2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200" b="1" i="1"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200" b="1" i="1">
                                              <a:latin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</m:sub>
                                      </m:sSub>
                                      <m:r>
                                        <a:rPr lang="en-US" altLang="zh-CN" sz="1200" b="1" i="1"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2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200" b="1" i="1"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200" b="1" i="1">
                                              <a:latin typeface="Cambria Math" panose="02040503050406030204" pitchFamily="18" charset="0"/>
                                            </a:rPr>
                                            <m:t>𝟎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CN" sz="12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altLang="zh-CN" sz="12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en-US" altLang="zh-CN" sz="12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1200" b="1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200" b="1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200" b="1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</m:sub>
                                      </m:sSub>
                                      <m:r>
                                        <a:rPr lang="en-US" altLang="zh-CN" sz="12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200" b="1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200" b="1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200" b="1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</m:sub>
                                      </m:sSub>
                                      <m:r>
                                        <a:rPr lang="en-US" altLang="zh-CN" sz="12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200" b="1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200" b="1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200" b="1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CN" sz="12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altLang="zh-CN" sz="12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en-US" altLang="zh-CN" sz="12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altLang="zh-CN" sz="12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12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2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𝟒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12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bSup>
                                      <m:r>
                                        <a:rPr lang="en-US" altLang="zh-CN" sz="12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2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2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2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</m:sub>
                                      </m:sSub>
                                      <m:r>
                                        <a:rPr lang="en-US" altLang="zh-CN" sz="12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2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2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2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CN" sz="12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sSub>
                                    <m:sSubPr>
                                      <m:ctrlPr>
                                        <a:rPr lang="en-US" altLang="zh-CN" sz="1200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en-US" altLang="zh-CN" sz="1200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altLang="zh-CN" sz="1200" b="1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altLang="zh-CN" sz="1200" b="1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1200" b="1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200" b="1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𝟒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1200" b="1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bSup>
                                      <m:r>
                                        <a:rPr lang="en-US" altLang="zh-CN" sz="1200" b="1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200" b="1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200" b="1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200" b="1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CN" sz="12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altLang="zh-CN" sz="12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  <m:d>
                                    <m:dPr>
                                      <m:ctrlPr>
                                        <a:rPr lang="en-US" altLang="zh-CN" sz="12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altLang="zh-CN" sz="12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12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2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𝟒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12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bSup>
                                      <m:r>
                                        <a:rPr lang="en-US" altLang="zh-CN" sz="12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↔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2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2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2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CN" sz="12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altLang="zh-CN" sz="12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  <m:d>
                                    <m:dPr>
                                      <m:ctrlPr>
                                        <a:rPr lang="en-US" altLang="zh-CN" sz="12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1200" b="1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200" b="1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200" b="1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</m:sub>
                                      </m:sSub>
                                      <m:r>
                                        <a:rPr lang="en-US" altLang="zh-CN" sz="12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↔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200" b="1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200" b="1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200" b="1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CN" sz="12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altLang="zh-CN" sz="1200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  <m:d>
                                    <m:dPr>
                                      <m:ctrlPr>
                                        <a:rPr lang="en-US" altLang="zh-CN" sz="12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12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200" b="1" i="1"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200" b="1" i="1">
                                              <a:latin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</m:sub>
                                      </m:sSub>
                                      <m:r>
                                        <a:rPr lang="en-US" altLang="zh-CN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↔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200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200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200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CN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altLang="zh-CN" sz="12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sSub>
                                    <m:sSubPr>
                                      <m:ctrlPr>
                                        <a:rPr lang="en-US" altLang="zh-CN" sz="1200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en-US" altLang="zh-CN" sz="1200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altLang="zh-CN" sz="1200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altLang="zh-CN" sz="12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12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2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𝟒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12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bSup>
                                    </m:e>
                                  </m:d>
                                </m:e>
                              </m:nary>
                              <m:r>
                                <a:rPr lang="en-US" altLang="zh-CN" sz="12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𝑑𝐴</m:t>
                              </m:r>
                              <m:d>
                                <m:dPr>
                                  <m:ctrlPr>
                                    <a:rPr lang="en-US" altLang="zh-CN" sz="12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2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2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𝑑𝐴</m:t>
                          </m:r>
                          <m:d>
                            <m:dPr>
                              <m:ctrlPr>
                                <a:rPr lang="en-US" altLang="zh-CN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2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b="1" i="1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2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  <m:oMath xmlns:m="http://schemas.openxmlformats.org/officeDocument/2006/math">
                      <m:r>
                        <a:rPr lang="en-US" altLang="zh-CN" sz="1200" b="1" i="1">
                          <a:latin typeface="Cambria Math" panose="02040503050406030204" pitchFamily="18" charset="0"/>
                        </a:rPr>
                        <m:t>    +…</m:t>
                      </m:r>
                    </m:oMath>
                  </m:oMathPara>
                </a14:m>
                <a:endParaRPr lang="en-US" altLang="zh-CN" sz="1200" b="1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内容占位符 1">
                <a:extLst>
                  <a:ext uri="{FF2B5EF4-FFF2-40B4-BE49-F238E27FC236}">
                    <a16:creationId xmlns:a16="http://schemas.microsoft.com/office/drawing/2014/main" id="{017C6897-633E-7D45-F1C8-3228DBAF8B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454" y="1492612"/>
                <a:ext cx="12138560" cy="246052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  <a:prstDash val="sys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24C0CBAD-EA6C-6437-3C22-3AA47515A4F6}"/>
                  </a:ext>
                </a:extLst>
              </p:cNvPr>
              <p:cNvSpPr txBox="1"/>
              <p:nvPr/>
            </p:nvSpPr>
            <p:spPr>
              <a:xfrm>
                <a:off x="3489080" y="1513669"/>
                <a:ext cx="139628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800" dirty="0"/>
                  <a:t>=&gt; </a:t>
                </a:r>
                <a14:m>
                  <m:oMath xmlns:m="http://schemas.openxmlformats.org/officeDocument/2006/math">
                    <m:r>
                      <a:rPr lang="en-US" altLang="zh-CN" sz="1800" i="1" dirty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sz="18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altLang="zh-CN" sz="18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1800" b="0" i="1" dirty="0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sz="18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B9EB7B80-321A-0724-EDF0-0E74E21EF2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9080" y="1513669"/>
                <a:ext cx="1396288" cy="369332"/>
              </a:xfrm>
              <a:prstGeom prst="rect">
                <a:avLst/>
              </a:prstGeom>
              <a:blipFill>
                <a:blip r:embed="rId4"/>
                <a:stretch>
                  <a:fillRect l="-3493" t="-8197" b="-24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79A5ECF3-E9F7-5922-76ED-DD7CBFB98C9A}"/>
                  </a:ext>
                </a:extLst>
              </p:cNvPr>
              <p:cNvSpPr txBox="1"/>
              <p:nvPr/>
            </p:nvSpPr>
            <p:spPr>
              <a:xfrm>
                <a:off x="395171" y="3090244"/>
                <a:ext cx="119198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&lt;=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252FABF4-BAE9-5E9C-5E35-C92B2F227F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171" y="3090244"/>
                <a:ext cx="1191986" cy="369332"/>
              </a:xfrm>
              <a:prstGeom prst="rect">
                <a:avLst/>
              </a:prstGeom>
              <a:blipFill>
                <a:blip r:embed="rId5"/>
                <a:stretch>
                  <a:fillRect t="-9836" r="-1026" b="-24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7ABFF64C-EEB0-5E6A-0403-553C5EA4009A}"/>
                  </a:ext>
                </a:extLst>
              </p:cNvPr>
              <p:cNvSpPr txBox="1"/>
              <p:nvPr/>
            </p:nvSpPr>
            <p:spPr>
              <a:xfrm>
                <a:off x="395171" y="2531349"/>
                <a:ext cx="119198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&lt;=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59345D1B-7789-8B48-9786-1E9D9AD3A0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171" y="2531349"/>
                <a:ext cx="1191986" cy="369332"/>
              </a:xfrm>
              <a:prstGeom prst="rect">
                <a:avLst/>
              </a:prstGeom>
              <a:blipFill>
                <a:blip r:embed="rId6"/>
                <a:stretch>
                  <a:fillRect t="-8197" r="-1026" b="-24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54BE4D52-FBAF-C236-4094-0824967D2262}"/>
                  </a:ext>
                </a:extLst>
              </p:cNvPr>
              <p:cNvSpPr txBox="1"/>
              <p:nvPr/>
            </p:nvSpPr>
            <p:spPr>
              <a:xfrm>
                <a:off x="395171" y="1987820"/>
                <a:ext cx="119198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&lt;=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31037D01-E3C1-FF8D-F10D-B0DE1DEE98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171" y="1987820"/>
                <a:ext cx="1191986" cy="369332"/>
              </a:xfrm>
              <a:prstGeom prst="rect">
                <a:avLst/>
              </a:prstGeom>
              <a:blipFill>
                <a:blip r:embed="rId7"/>
                <a:stretch>
                  <a:fillRect t="-8197" r="-1026" b="-24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82FFD772-AA70-47F3-0151-1BC4232503F7}"/>
                  </a:ext>
                </a:extLst>
              </p:cNvPr>
              <p:cNvSpPr txBox="1"/>
              <p:nvPr/>
            </p:nvSpPr>
            <p:spPr>
              <a:xfrm>
                <a:off x="0" y="3503587"/>
                <a:ext cx="1587157" cy="3768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=5</m:t>
                        </m:r>
                      </m:sub>
                      <m:sup>
                        <m:r>
                          <a:rPr lang="en-US" altLang="zh-CN" b="1" i="1" dirty="0">
                            <a:latin typeface="Cambria Math" panose="02040503050406030204" pitchFamily="18" charset="0"/>
                          </a:rPr>
                          <m:t>+∞</m:t>
                        </m:r>
                      </m:sup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b="1" i="1" dirty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en-US" altLang="zh-CN" dirty="0"/>
                  <a:t>&lt;=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C11431A5-D527-7615-7CF0-9D44AB29B3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503587"/>
                <a:ext cx="1587157" cy="376898"/>
              </a:xfrm>
              <a:prstGeom prst="rect">
                <a:avLst/>
              </a:prstGeom>
              <a:blipFill>
                <a:blip r:embed="rId8"/>
                <a:stretch>
                  <a:fillRect l="-21154" t="-114516" b="-1822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5" name="组合 24">
            <a:extLst>
              <a:ext uri="{FF2B5EF4-FFF2-40B4-BE49-F238E27FC236}">
                <a16:creationId xmlns:a16="http://schemas.microsoft.com/office/drawing/2014/main" id="{192C63E0-5DB2-EACF-0548-95D948188BFA}"/>
              </a:ext>
            </a:extLst>
          </p:cNvPr>
          <p:cNvGrpSpPr/>
          <p:nvPr/>
        </p:nvGrpSpPr>
        <p:grpSpPr>
          <a:xfrm>
            <a:off x="7204799" y="23501"/>
            <a:ext cx="4884695" cy="2239214"/>
            <a:chOff x="5222744" y="3751106"/>
            <a:chExt cx="5902730" cy="2705896"/>
          </a:xfrm>
        </p:grpSpPr>
        <p:cxnSp>
          <p:nvCxnSpPr>
            <p:cNvPr id="5" name="直接连接符 4">
              <a:extLst>
                <a:ext uri="{FF2B5EF4-FFF2-40B4-BE49-F238E27FC236}">
                  <a16:creationId xmlns:a16="http://schemas.microsoft.com/office/drawing/2014/main" id="{5F296077-D4F6-0437-AF95-6F4094A76718}"/>
                </a:ext>
              </a:extLst>
            </p:cNvPr>
            <p:cNvCxnSpPr/>
            <p:nvPr/>
          </p:nvCxnSpPr>
          <p:spPr>
            <a:xfrm>
              <a:off x="6392374" y="4489253"/>
              <a:ext cx="776037" cy="306805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CF244BDE-E555-FFF6-A6A6-14C378B0E668}"/>
                </a:ext>
              </a:extLst>
            </p:cNvPr>
            <p:cNvCxnSpPr/>
            <p:nvPr/>
          </p:nvCxnSpPr>
          <p:spPr>
            <a:xfrm>
              <a:off x="7168411" y="4796058"/>
              <a:ext cx="776037" cy="306805"/>
            </a:xfrm>
            <a:prstGeom prst="line">
              <a:avLst/>
            </a:prstGeom>
            <a:ln w="38100"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C5AA4AAA-7CF8-87E7-B777-EFB2FE21595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68411" y="4542463"/>
              <a:ext cx="774162" cy="253594"/>
            </a:xfrm>
            <a:prstGeom prst="line">
              <a:avLst/>
            </a:prstGeom>
            <a:ln w="38100">
              <a:solidFill>
                <a:srgbClr val="FFC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1D28C3BD-F283-64C2-012D-CF2BB2E3B0EE}"/>
                </a:ext>
              </a:extLst>
            </p:cNvPr>
            <p:cNvCxnSpPr/>
            <p:nvPr/>
          </p:nvCxnSpPr>
          <p:spPr>
            <a:xfrm>
              <a:off x="7944448" y="5102863"/>
              <a:ext cx="776037" cy="306805"/>
            </a:xfrm>
            <a:prstGeom prst="line">
              <a:avLst/>
            </a:prstGeom>
            <a:ln w="38100"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E56F09F7-6F74-A728-FE98-DDF1CEB19C6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44448" y="4849267"/>
              <a:ext cx="776037" cy="253596"/>
            </a:xfrm>
            <a:prstGeom prst="line">
              <a:avLst/>
            </a:prstGeom>
            <a:ln w="38100">
              <a:solidFill>
                <a:srgbClr val="FFC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1054EEB6-1617-EC4C-3318-451647A1331A}"/>
                </a:ext>
              </a:extLst>
            </p:cNvPr>
            <p:cNvCxnSpPr/>
            <p:nvPr/>
          </p:nvCxnSpPr>
          <p:spPr>
            <a:xfrm>
              <a:off x="8720485" y="5409668"/>
              <a:ext cx="776037" cy="306805"/>
            </a:xfrm>
            <a:prstGeom prst="line">
              <a:avLst/>
            </a:prstGeom>
            <a:ln w="38100"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00B1D860-78B9-DD24-D64F-FFFBBA88C04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20485" y="5156072"/>
              <a:ext cx="776037" cy="253596"/>
            </a:xfrm>
            <a:prstGeom prst="line">
              <a:avLst/>
            </a:prstGeom>
            <a:ln w="38100">
              <a:solidFill>
                <a:srgbClr val="FFC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2F93CE4B-7DD8-D3B9-71C3-B72E5EC5A9AA}"/>
                </a:ext>
              </a:extLst>
            </p:cNvPr>
            <p:cNvCxnSpPr/>
            <p:nvPr/>
          </p:nvCxnSpPr>
          <p:spPr>
            <a:xfrm>
              <a:off x="9496522" y="5711457"/>
              <a:ext cx="776037" cy="306805"/>
            </a:xfrm>
            <a:prstGeom prst="line">
              <a:avLst/>
            </a:prstGeom>
            <a:ln w="38100"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20503C19-1D47-FC6C-DD68-6A39F8E44F1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96522" y="5457861"/>
              <a:ext cx="776037" cy="253596"/>
            </a:xfrm>
            <a:prstGeom prst="line">
              <a:avLst/>
            </a:prstGeom>
            <a:ln w="38100">
              <a:solidFill>
                <a:srgbClr val="FFC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87C10B40-7AD0-A891-8895-87C94B26B889}"/>
                    </a:ext>
                  </a:extLst>
                </p:cNvPr>
                <p:cNvSpPr txBox="1"/>
                <p:nvPr/>
              </p:nvSpPr>
              <p:spPr>
                <a:xfrm>
                  <a:off x="5943300" y="4255629"/>
                  <a:ext cx="55806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4EC0AFC5-A53C-7175-EE94-FD6FE105C9E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43300" y="4255629"/>
                  <a:ext cx="558062" cy="369332"/>
                </a:xfrm>
                <a:prstGeom prst="rect">
                  <a:avLst/>
                </a:prstGeom>
                <a:blipFill>
                  <a:blip r:embed="rId10"/>
                  <a:stretch>
                    <a:fillRect b="-819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文本框 27">
                  <a:extLst>
                    <a:ext uri="{FF2B5EF4-FFF2-40B4-BE49-F238E27FC236}">
                      <a16:creationId xmlns:a16="http://schemas.microsoft.com/office/drawing/2014/main" id="{CA0FA122-1781-E0E7-CBC6-5EC27410E8F7}"/>
                    </a:ext>
                  </a:extLst>
                </p:cNvPr>
                <p:cNvSpPr txBox="1"/>
                <p:nvPr/>
              </p:nvSpPr>
              <p:spPr>
                <a:xfrm>
                  <a:off x="6795472" y="4733531"/>
                  <a:ext cx="55806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8" name="文本框 27">
                  <a:extLst>
                    <a:ext uri="{FF2B5EF4-FFF2-40B4-BE49-F238E27FC236}">
                      <a16:creationId xmlns:a16="http://schemas.microsoft.com/office/drawing/2014/main" id="{F2577CEC-13DD-A5BE-A401-C8CAAE0B126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95472" y="4733531"/>
                  <a:ext cx="558062" cy="369332"/>
                </a:xfrm>
                <a:prstGeom prst="rect">
                  <a:avLst/>
                </a:prstGeom>
                <a:blipFill>
                  <a:blip r:embed="rId11"/>
                  <a:stretch>
                    <a:fillRect b="-819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文本框 28">
                  <a:extLst>
                    <a:ext uri="{FF2B5EF4-FFF2-40B4-BE49-F238E27FC236}">
                      <a16:creationId xmlns:a16="http://schemas.microsoft.com/office/drawing/2014/main" id="{401B23CC-E7DE-AE1B-9D37-DE4D42CD1F31}"/>
                    </a:ext>
                  </a:extLst>
                </p:cNvPr>
                <p:cNvSpPr txBox="1"/>
                <p:nvPr/>
              </p:nvSpPr>
              <p:spPr>
                <a:xfrm>
                  <a:off x="7618463" y="4096381"/>
                  <a:ext cx="55806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9" name="文本框 28">
                  <a:extLst>
                    <a:ext uri="{FF2B5EF4-FFF2-40B4-BE49-F238E27FC236}">
                      <a16:creationId xmlns:a16="http://schemas.microsoft.com/office/drawing/2014/main" id="{B5CC0EBD-ED9F-46A0-8E2F-BDEAF78480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18463" y="4096381"/>
                  <a:ext cx="558062" cy="369332"/>
                </a:xfrm>
                <a:prstGeom prst="rect">
                  <a:avLst/>
                </a:prstGeom>
                <a:blipFill>
                  <a:blip r:embed="rId12"/>
                  <a:stretch>
                    <a:fillRect b="-655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0393DD5F-4385-6346-37DD-649B163D3107}"/>
                    </a:ext>
                  </a:extLst>
                </p:cNvPr>
                <p:cNvSpPr txBox="1"/>
                <p:nvPr/>
              </p:nvSpPr>
              <p:spPr>
                <a:xfrm>
                  <a:off x="7060912" y="5040335"/>
                  <a:ext cx="1525862" cy="64633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altLang="zh-CN" dirty="0"/>
                </a:p>
                <a:p>
                  <a:pPr algn="ctr"/>
                  <a:r>
                    <a:rPr lang="en-US" altLang="zh-CN" dirty="0"/>
                    <a:t>(</a:t>
                  </a:r>
                  <a:r>
                    <a:rPr lang="en-US" altLang="zh-CN" dirty="0">
                      <a:solidFill>
                        <a:srgbClr val="00B050"/>
                      </a:solidFill>
                    </a:rPr>
                    <a:t>specular</a:t>
                  </a:r>
                  <a:r>
                    <a:rPr lang="en-US" altLang="zh-CN" dirty="0"/>
                    <a:t>)</a:t>
                  </a:r>
                  <a:endParaRPr lang="zh-CN" altLang="en-US" dirty="0"/>
                </a:p>
              </p:txBody>
            </p:sp>
          </mc:Choice>
          <mc:Fallback xmlns=""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49D5B3C2-D92A-5B4B-42A8-FF34B1E849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60912" y="5040335"/>
                  <a:ext cx="1525862" cy="646331"/>
                </a:xfrm>
                <a:prstGeom prst="rect">
                  <a:avLst/>
                </a:prstGeom>
                <a:blipFill>
                  <a:blip r:embed="rId13"/>
                  <a:stretch>
                    <a:fillRect l="-3846" r="-3846" b="-375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E9D939C0-70CE-4D22-7B5C-384AB64C9027}"/>
                    </a:ext>
                  </a:extLst>
                </p:cNvPr>
                <p:cNvSpPr txBox="1"/>
                <p:nvPr/>
              </p:nvSpPr>
              <p:spPr>
                <a:xfrm>
                  <a:off x="8586263" y="4456803"/>
                  <a:ext cx="55806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  <m:sup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CCBF21B8-A157-8A0A-4A1B-80B7399ABB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86263" y="4456803"/>
                  <a:ext cx="558062" cy="369332"/>
                </a:xfrm>
                <a:prstGeom prst="rect">
                  <a:avLst/>
                </a:prstGeom>
                <a:blipFill>
                  <a:blip r:embed="rId14"/>
                  <a:stretch>
                    <a:fillRect b="-819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文本框 31">
                  <a:extLst>
                    <a:ext uri="{FF2B5EF4-FFF2-40B4-BE49-F238E27FC236}">
                      <a16:creationId xmlns:a16="http://schemas.microsoft.com/office/drawing/2014/main" id="{6A510F2D-B728-AC3E-8347-BEBF9B849420}"/>
                    </a:ext>
                  </a:extLst>
                </p:cNvPr>
                <p:cNvSpPr txBox="1"/>
                <p:nvPr/>
              </p:nvSpPr>
              <p:spPr>
                <a:xfrm>
                  <a:off x="8483096" y="5331416"/>
                  <a:ext cx="55806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2" name="文本框 31">
                  <a:extLst>
                    <a:ext uri="{FF2B5EF4-FFF2-40B4-BE49-F238E27FC236}">
                      <a16:creationId xmlns:a16="http://schemas.microsoft.com/office/drawing/2014/main" id="{E51F5D28-8AEC-90FB-0AB5-7D3F66EC643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83096" y="5331416"/>
                  <a:ext cx="558062" cy="369332"/>
                </a:xfrm>
                <a:prstGeom prst="rect">
                  <a:avLst/>
                </a:prstGeom>
                <a:blipFill>
                  <a:blip r:embed="rId15"/>
                  <a:stretch>
                    <a:fillRect b="-8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文本框 32">
                  <a:extLst>
                    <a:ext uri="{FF2B5EF4-FFF2-40B4-BE49-F238E27FC236}">
                      <a16:creationId xmlns:a16="http://schemas.microsoft.com/office/drawing/2014/main" id="{95D1A24D-A5C0-8212-BE33-9D96293E9663}"/>
                    </a:ext>
                  </a:extLst>
                </p:cNvPr>
                <p:cNvSpPr txBox="1"/>
                <p:nvPr/>
              </p:nvSpPr>
              <p:spPr>
                <a:xfrm>
                  <a:off x="9386637" y="4796057"/>
                  <a:ext cx="558062" cy="37818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  <m:sup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3" name="文本框 32">
                  <a:extLst>
                    <a:ext uri="{FF2B5EF4-FFF2-40B4-BE49-F238E27FC236}">
                      <a16:creationId xmlns:a16="http://schemas.microsoft.com/office/drawing/2014/main" id="{9A8143DE-08E0-4FD6-34DE-A7BD99ADF51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86637" y="4796057"/>
                  <a:ext cx="558062" cy="378180"/>
                </a:xfrm>
                <a:prstGeom prst="rect">
                  <a:avLst/>
                </a:prstGeom>
                <a:blipFill>
                  <a:blip r:embed="rId16"/>
                  <a:stretch>
                    <a:fillRect b="-483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E901B4E1-4658-F5FF-074C-4DF9B336B040}"/>
                    </a:ext>
                  </a:extLst>
                </p:cNvPr>
                <p:cNvSpPr txBox="1"/>
                <p:nvPr/>
              </p:nvSpPr>
              <p:spPr>
                <a:xfrm>
                  <a:off x="9225010" y="5711456"/>
                  <a:ext cx="55806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C2EF20B4-DCCC-1203-8DF1-80ED78DD32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25010" y="5711456"/>
                  <a:ext cx="558062" cy="369332"/>
                </a:xfrm>
                <a:prstGeom prst="rect">
                  <a:avLst/>
                </a:prstGeom>
                <a:blipFill>
                  <a:blip r:embed="rId17"/>
                  <a:stretch>
                    <a:fillRect b="-655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文本框 34">
                  <a:extLst>
                    <a:ext uri="{FF2B5EF4-FFF2-40B4-BE49-F238E27FC236}">
                      <a16:creationId xmlns:a16="http://schemas.microsoft.com/office/drawing/2014/main" id="{CE9E4C67-E81D-BB3F-B8A0-CFEC352ACCF6}"/>
                    </a:ext>
                  </a:extLst>
                </p:cNvPr>
                <p:cNvSpPr txBox="1"/>
                <p:nvPr/>
              </p:nvSpPr>
              <p:spPr>
                <a:xfrm>
                  <a:off x="10216211" y="5108876"/>
                  <a:ext cx="55806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  <m:sup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5" name="文本框 34">
                  <a:extLst>
                    <a:ext uri="{FF2B5EF4-FFF2-40B4-BE49-F238E27FC236}">
                      <a16:creationId xmlns:a16="http://schemas.microsoft.com/office/drawing/2014/main" id="{1D648578-C773-1903-4AFF-E74C325B7B3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16211" y="5108876"/>
                  <a:ext cx="558062" cy="369332"/>
                </a:xfrm>
                <a:prstGeom prst="rect">
                  <a:avLst/>
                </a:prstGeom>
                <a:blipFill>
                  <a:blip r:embed="rId18"/>
                  <a:stretch>
                    <a:fillRect b="-819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30605A85-C82B-ECCE-95B2-700D1353B89C}"/>
                    </a:ext>
                  </a:extLst>
                </p:cNvPr>
                <p:cNvSpPr txBox="1"/>
                <p:nvPr/>
              </p:nvSpPr>
              <p:spPr>
                <a:xfrm>
                  <a:off x="10126279" y="5959036"/>
                  <a:ext cx="55806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FAEC77C9-FFE7-2FD2-2D2C-78595C6099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26279" y="5959036"/>
                  <a:ext cx="558062" cy="369332"/>
                </a:xfrm>
                <a:prstGeom prst="rect">
                  <a:avLst/>
                </a:prstGeom>
                <a:blipFill>
                  <a:blip r:embed="rId19"/>
                  <a:stretch>
                    <a:fillRect b="-8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2EDD2408-F1A8-D32F-EB4C-090AD69C1CC7}"/>
                    </a:ext>
                  </a:extLst>
                </p:cNvPr>
                <p:cNvSpPr txBox="1"/>
                <p:nvPr/>
              </p:nvSpPr>
              <p:spPr>
                <a:xfrm>
                  <a:off x="10544071" y="5737925"/>
                  <a:ext cx="55806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……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208EEAD8-BED4-97E1-8633-D7A78A34BA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44071" y="5737925"/>
                  <a:ext cx="558062" cy="369332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文本框 37">
                  <a:extLst>
                    <a:ext uri="{FF2B5EF4-FFF2-40B4-BE49-F238E27FC236}">
                      <a16:creationId xmlns:a16="http://schemas.microsoft.com/office/drawing/2014/main" id="{9C3F37BC-8F0F-8406-30E9-4F97593AE935}"/>
                    </a:ext>
                  </a:extLst>
                </p:cNvPr>
                <p:cNvSpPr txBox="1"/>
                <p:nvPr/>
              </p:nvSpPr>
              <p:spPr>
                <a:xfrm>
                  <a:off x="5222744" y="3764142"/>
                  <a:ext cx="2044528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altLang="zh-CN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b="0" i="1" dirty="0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+…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8" name="文本框 37">
                  <a:extLst>
                    <a:ext uri="{FF2B5EF4-FFF2-40B4-BE49-F238E27FC236}">
                      <a16:creationId xmlns:a16="http://schemas.microsoft.com/office/drawing/2014/main" id="{97C082F2-483B-FA9D-61E4-8A6B4C399EA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22744" y="3764142"/>
                  <a:ext cx="2044528" cy="369332"/>
                </a:xfrm>
                <a:prstGeom prst="rect">
                  <a:avLst/>
                </a:prstGeom>
                <a:blipFill>
                  <a:blip r:embed="rId21"/>
                  <a:stretch>
                    <a:fillRect b="-819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文本框 39">
                  <a:extLst>
                    <a:ext uri="{FF2B5EF4-FFF2-40B4-BE49-F238E27FC236}">
                      <a16:creationId xmlns:a16="http://schemas.microsoft.com/office/drawing/2014/main" id="{5129E71C-1772-065F-AEAD-5171D68DFEC0}"/>
                    </a:ext>
                  </a:extLst>
                </p:cNvPr>
                <p:cNvSpPr txBox="1"/>
                <p:nvPr/>
              </p:nvSpPr>
              <p:spPr>
                <a:xfrm>
                  <a:off x="7647800" y="3751106"/>
                  <a:ext cx="938463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altLang="zh-CN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b="0" i="1" dirty="0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0" name="文本框 39">
                  <a:extLst>
                    <a:ext uri="{FF2B5EF4-FFF2-40B4-BE49-F238E27FC236}">
                      <a16:creationId xmlns:a16="http://schemas.microsoft.com/office/drawing/2014/main" id="{3077BE0B-7E7B-9853-2706-BE172C268B6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47800" y="3751106"/>
                  <a:ext cx="938463" cy="369332"/>
                </a:xfrm>
                <a:prstGeom prst="rect">
                  <a:avLst/>
                </a:prstGeom>
                <a:blipFill>
                  <a:blip r:embed="rId22"/>
                  <a:stretch>
                    <a:fillRect r="-7143" b="-819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93C9F44B-43BA-7A97-9B39-217DA6A0D2C3}"/>
                    </a:ext>
                  </a:extLst>
                </p:cNvPr>
                <p:cNvSpPr txBox="1"/>
                <p:nvPr/>
              </p:nvSpPr>
              <p:spPr>
                <a:xfrm>
                  <a:off x="7090411" y="5817019"/>
                  <a:ext cx="2618076" cy="63998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                   +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altLang="zh-CN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b="0" i="1" dirty="0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</m:d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,  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𝑖𝑓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𝑖𝑠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𝑙𝑖𝑔h𝑡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𝑠𝑜𝑢𝑟𝑐𝑒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B2EA15C9-F5C6-987C-7147-08797315B4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90411" y="5817019"/>
                  <a:ext cx="2618076" cy="639983"/>
                </a:xfrm>
                <a:prstGeom prst="rect">
                  <a:avLst/>
                </a:prstGeom>
                <a:blipFill>
                  <a:blip r:embed="rId23"/>
                  <a:stretch>
                    <a:fillRect l="-843" b="-3103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文本框 41">
                  <a:extLst>
                    <a:ext uri="{FF2B5EF4-FFF2-40B4-BE49-F238E27FC236}">
                      <a16:creationId xmlns:a16="http://schemas.microsoft.com/office/drawing/2014/main" id="{29947750-E6E4-2137-1304-D62485A7CC64}"/>
                    </a:ext>
                  </a:extLst>
                </p:cNvPr>
                <p:cNvSpPr txBox="1"/>
                <p:nvPr/>
              </p:nvSpPr>
              <p:spPr>
                <a:xfrm>
                  <a:off x="9386637" y="4427582"/>
                  <a:ext cx="938463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altLang="zh-CN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b="0" i="1" dirty="0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2" name="文本框 41">
                  <a:extLst>
                    <a:ext uri="{FF2B5EF4-FFF2-40B4-BE49-F238E27FC236}">
                      <a16:creationId xmlns:a16="http://schemas.microsoft.com/office/drawing/2014/main" id="{A813CFA7-6A37-F876-00FE-0F599FDCACA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86637" y="4427582"/>
                  <a:ext cx="938463" cy="369332"/>
                </a:xfrm>
                <a:prstGeom prst="rect">
                  <a:avLst/>
                </a:prstGeom>
                <a:blipFill>
                  <a:blip r:embed="rId24"/>
                  <a:stretch>
                    <a:fillRect r="-7143" b="-819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85AF54F4-173C-6410-7C6A-9EA236AA8E8A}"/>
                    </a:ext>
                  </a:extLst>
                </p:cNvPr>
                <p:cNvSpPr txBox="1"/>
                <p:nvPr/>
              </p:nvSpPr>
              <p:spPr>
                <a:xfrm>
                  <a:off x="10187011" y="4798354"/>
                  <a:ext cx="938463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altLang="zh-CN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b="0" i="1" dirty="0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69CB18C4-4DA1-0C44-FE76-050A473B44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87011" y="4798354"/>
                  <a:ext cx="938463" cy="369332"/>
                </a:xfrm>
                <a:prstGeom prst="rect">
                  <a:avLst/>
                </a:prstGeom>
                <a:blipFill>
                  <a:blip r:embed="rId25"/>
                  <a:stretch>
                    <a:fillRect r="-7792" b="-819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16D47640-AB26-9CE7-E372-462B4EA3D2FF}"/>
                </a:ext>
              </a:extLst>
            </p:cNvPr>
            <p:cNvCxnSpPr/>
            <p:nvPr/>
          </p:nvCxnSpPr>
          <p:spPr>
            <a:xfrm>
              <a:off x="8176525" y="4826135"/>
              <a:ext cx="306571" cy="329937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7E5E88CD-5B0E-940A-290A-3EADC0B39E4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169412" y="4809873"/>
              <a:ext cx="306571" cy="329937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B56ED2F3-7EBC-34D8-DB43-5F05DE304A60}"/>
                  </a:ext>
                </a:extLst>
              </p:cNvPr>
              <p:cNvSpPr txBox="1"/>
              <p:nvPr/>
            </p:nvSpPr>
            <p:spPr>
              <a:xfrm>
                <a:off x="442824" y="3812541"/>
                <a:ext cx="11613384" cy="30703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1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zh-CN" sz="1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1400" i="1" dirty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1400" i="1" dirty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e>
                      </m:d>
                      <m:r>
                        <a:rPr lang="en-US" altLang="zh-CN" sz="1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supHide m:val="on"/>
                          <m:ctrlPr>
                            <a:rPr lang="en-US" altLang="zh-CN" sz="14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  <m:sup/>
                        <m:e>
                          <m:nary>
                            <m:naryPr>
                              <m:supHide m:val="on"/>
                              <m:ctrlPr>
                                <a:rPr lang="en-US" altLang="zh-CN" sz="1400" b="1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sz="14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  <m:sup/>
                            <m:e>
                              <m:nary>
                                <m:naryPr>
                                  <m:supHide m:val="on"/>
                                  <m:ctrlPr>
                                    <a:rPr lang="en-US" altLang="zh-CN" sz="14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sSub>
                                    <m:sSubPr>
                                      <m:ctrlPr>
                                        <a:rPr lang="en-US" altLang="zh-CN" sz="1400" b="0" i="1" smtClean="0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en-US" altLang="zh-CN" sz="1400" b="0" i="1" smtClean="0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</m:sub>
                                  </m:sSub>
                                </m:sub>
                                <m:sup/>
                                <m:e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en-US" altLang="zh-CN" sz="14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14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latin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</m:sub>
                                      </m:sSub>
                                      <m:r>
                                        <a:rPr lang="en-US" altLang="zh-CN" sz="1400" b="1" i="1"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4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latin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</m:sub>
                                      </m:sSub>
                                      <m:r>
                                        <a:rPr lang="en-US" altLang="zh-CN" sz="1400" b="1" i="1"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4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latin typeface="Cambria Math" panose="02040503050406030204" pitchFamily="18" charset="0"/>
                                            </a:rPr>
                                            <m:t>𝟎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altLang="zh-CN" sz="14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1400" b="1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</m:sub>
                                      </m:sSub>
                                      <m: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400" b="1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</m:sub>
                                      </m:sSub>
                                      <m: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400" b="1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CN" sz="14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altLang="zh-CN" sz="14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𝟒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bSup>
                                      <m: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</m:sub>
                                      </m:sSub>
                                      <m: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CN" sz="14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sSub>
                                    <m:sSubPr>
                                      <m:ctrlPr>
                                        <a:rPr lang="en-US" altLang="zh-CN" sz="1400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en-US" altLang="zh-CN" sz="1400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altLang="zh-CN" sz="1400" b="1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altLang="zh-CN" sz="1400" b="1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1400" b="1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𝟒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1400" b="1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bSup>
                                      <m:r>
                                        <a:rPr lang="en-US" altLang="zh-CN" sz="1400" b="1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400" b="1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CN" sz="14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altLang="zh-CN" sz="14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  <m:d>
                                    <m:dPr>
                                      <m:ctrlP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𝟒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bSup>
                                      <m: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↔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CN" sz="14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altLang="zh-CN" sz="14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  <m:d>
                                    <m:dPr>
                                      <m:ctrlP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1400" b="1" i="1" smtClean="0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</m:sub>
                                      </m:sSub>
                                      <m: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↔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400" b="1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CN" sz="14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  <m:d>
                                    <m:dPr>
                                      <m:ctrlPr>
                                        <a:rPr lang="en-US" altLang="zh-CN" sz="14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14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latin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</m:sub>
                                      </m:sSub>
                                      <m:r>
                                        <a:rPr lang="en-US" altLang="zh-CN" sz="14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↔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400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CN" sz="14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sSub>
                                    <m:sSubPr>
                                      <m:ctrlPr>
                                        <a:rPr lang="en-US" altLang="zh-CN" sz="1400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en-US" altLang="zh-CN" sz="1400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altLang="zh-CN" sz="1400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𝟒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bSup>
                                    </m:e>
                                  </m:d>
                                </m:e>
                              </m:nary>
                              <m:r>
                                <a:rPr lang="en-US" altLang="zh-CN" sz="14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𝑑𝐴</m:t>
                              </m:r>
                              <m:d>
                                <m:dPr>
                                  <m:ctrlPr>
                                    <a:rPr lang="en-US" altLang="zh-CN" sz="14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𝑑𝐴</m:t>
                          </m:r>
                          <m:d>
                            <m:d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  <m:oMath xmlns:m="http://schemas.openxmlformats.org/officeDocument/2006/math">
                      <m:r>
                        <a:rPr lang="en-US" altLang="zh-CN" sz="1400" b="1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supHide m:val="on"/>
                          <m:ctrlPr>
                            <a:rPr lang="en-US" altLang="zh-CN" sz="1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p>
                            <m:sSupPr>
                              <m:ctrlPr>
                                <a:rPr lang="en-US" altLang="zh-CN" sz="14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p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sub>
                        <m:sup/>
                        <m:e>
                          <m:nary>
                            <m:naryPr>
                              <m:supHide m:val="on"/>
                              <m:ctrlP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p>
                                <m:sSupPr>
                                  <m:ctrlPr>
                                    <a:rPr lang="en-US" altLang="zh-CN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400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p>
                                  <m:r>
                                    <a:rPr lang="en-US" altLang="zh-CN" sz="1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sub>
                            <m:sup/>
                            <m:e>
                              <m:nary>
                                <m:naryPr>
                                  <m:supHide m:val="on"/>
                                  <m:ctrlPr>
                                    <a:rPr lang="en-US" altLang="zh-CN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sSub>
                                    <m:sSubPr>
                                      <m:ctrlPr>
                                        <a:rPr lang="en-US" altLang="zh-CN" sz="1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0" i="1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en-US" altLang="zh-CN" sz="1400" b="0" i="1" smtClean="0"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</m:sub>
                                  </m:sSub>
                                </m:sub>
                                <m:sup/>
                                <m:e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en-US" altLang="zh-CN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14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sz="1400" b="1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1400" b="1" i="1">
                                                  <a:latin typeface="Cambria Math" panose="02040503050406030204" pitchFamily="18" charset="0"/>
                                                </a:rPr>
                                                <m:t>𝒑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1400" b="1" i="1" smtClean="0">
                                                  <a:latin typeface="Cambria Math" panose="02040503050406030204" pitchFamily="18" charset="0"/>
                                                </a:rPr>
                                                <m:t>𝟐</m:t>
                                              </m:r>
                                            </m:sub>
                                          </m:sSub>
                                          <m:r>
                                            <a:rPr lang="en-US" altLang="zh-CN" sz="1400" b="1" i="1" smtClean="0">
                                              <a:latin typeface="Cambria Math" panose="02040503050406030204" pitchFamily="18" charset="0"/>
                                            </a:rPr>
                                            <m:t>→</m:t>
                                          </m:r>
                                          <m:r>
                                            <a:rPr lang="en-US" altLang="zh-CN" sz="1400" b="1" i="1"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latin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</m:sub>
                                      </m:sSub>
                                      <m:r>
                                        <a:rPr lang="en-US" altLang="zh-CN" sz="1400" i="1"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4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 smtClean="0">
                                              <a:latin typeface="Cambria Math" panose="02040503050406030204" pitchFamily="18" charset="0"/>
                                            </a:rPr>
                                            <m:t>𝟎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CN" sz="1400" b="1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altLang="zh-CN" sz="1400" i="1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r>
                                    <a:rPr lang="en-US" altLang="zh-CN" sz="1400" i="1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altLang="zh-CN" sz="1400" b="1" i="1" smtClean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 smtClean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 smtClean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sub>
                                  </m:sSub>
                                  <m:r>
                                    <a:rPr lang="en-US" altLang="zh-CN" sz="1400" b="0" i="1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altLang="zh-CN" sz="1400" b="1" i="1" smtClean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 smtClean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 smtClean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  <m:r>
                                    <a:rPr lang="en-US" altLang="zh-CN" sz="1400" b="0" i="1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altLang="zh-CN" sz="1400" b="1" i="1" smtClean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 smtClean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 smtClean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  <m:r>
                                    <a:rPr lang="en-US" altLang="zh-CN" sz="14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  <m:r>
                                    <a:rPr lang="en-US" altLang="zh-CN" sz="14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𝟒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bSup>
                                      <m: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</m:sub>
                                      </m:sSub>
                                      <m: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</m:sub>
                                      </m:sSub>
                                    </m:e>
                                  </m:d>
                                  <m:sSub>
                                    <m:sSubPr>
                                      <m:ctrlPr>
                                        <a:rPr lang="en-US" altLang="zh-CN" sz="1400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en-US" altLang="zh-CN" sz="1400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altLang="zh-CN" sz="1400" b="1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altLang="zh-CN" sz="1400" b="1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1400" b="1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𝟒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1400" b="1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bSup>
                                      <m:r>
                                        <a:rPr lang="en-US" altLang="zh-CN" sz="1400" b="1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400" b="1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CN" sz="14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  <m:d>
                                    <m:dPr>
                                      <m:ctrlP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𝟒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bSup>
                                      <m: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↔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CN" sz="14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CN" sz="1400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unc>
                                        <m:funcPr>
                                          <m:ctrlPr>
                                            <a:rPr lang="en-US" altLang="zh-CN" sz="1400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funcPr>
                                        <m:fNam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CN" sz="1400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cos</m:t>
                                          </m:r>
                                        </m:fName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sz="1400" i="1">
                                                  <a:solidFill>
                                                    <a:schemeClr val="accent2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1400" i="1">
                                                  <a:solidFill>
                                                    <a:schemeClr val="accent2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𝜃</m:t>
                                              </m:r>
                                            </m:e>
                                            <m:sub>
                                              <m:sSub>
                                                <m:sSubPr>
                                                  <m:ctrlPr>
                                                    <a:rPr lang="en-US" altLang="zh-CN" sz="1400" i="1">
                                                      <a:solidFill>
                                                        <a:schemeClr val="accent2">
                                                          <a:lumMod val="75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zh-CN" sz="1400" i="1">
                                                      <a:solidFill>
                                                        <a:schemeClr val="accent2">
                                                          <a:lumMod val="75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zh-CN" sz="1400" i="1">
                                                      <a:solidFill>
                                                        <a:schemeClr val="accent2">
                                                          <a:lumMod val="75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3</m:t>
                                                  </m:r>
                                                </m:sub>
                                              </m:sSub>
                                            </m:sub>
                                          </m:sSub>
                                        </m:e>
                                      </m:func>
                                    </m:e>
                                  </m:d>
                                  <m:r>
                                    <a:rPr lang="en-US" altLang="zh-CN" sz="14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CN" sz="1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unc>
                                        <m:funcPr>
                                          <m:ctrlPr>
                                            <a:rPr lang="en-US" altLang="zh-CN" sz="1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funcPr>
                                        <m:fNam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CN" sz="140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cos</m:t>
                                          </m:r>
                                        </m:fName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sz="14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14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𝜃</m:t>
                                              </m:r>
                                            </m:e>
                                            <m:sub>
                                              <m:sSub>
                                                <m:sSubPr>
                                                  <m:ctrlPr>
                                                    <a:rPr lang="en-US" altLang="zh-CN" sz="1400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zh-CN" sz="1400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zh-CN" sz="1400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2</m:t>
                                                  </m:r>
                                                </m:sub>
                                              </m:sSub>
                                            </m:sub>
                                          </m:sSub>
                                        </m:e>
                                      </m:func>
                                    </m:e>
                                  </m:d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altLang="zh-CN" sz="14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sSub>
                                    <m:sSubPr>
                                      <m:ctrlPr>
                                        <a:rPr lang="en-US" altLang="zh-CN" sz="1400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en-US" altLang="zh-CN" sz="1400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altLang="zh-CN" sz="1400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𝟒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bSup>
                                    </m:e>
                                  </m:d>
                                </m:e>
                              </m:nary>
                              <m:r>
                                <a:rPr lang="en-US" altLang="zh-CN" sz="14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sSub>
                                <m:sSubPr>
                                  <m:ctrlPr>
                                    <a:rPr lang="en-US" altLang="zh-CN" sz="14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nary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nary>
                    </m:oMath>
                    <m:oMath xmlns:m="http://schemas.openxmlformats.org/officeDocument/2006/math">
                      <m:r>
                        <a:rPr lang="en-US" altLang="zh-CN" sz="1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en-US" altLang="zh-C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supHide m:val="on"/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p>
                                <m:sSupPr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p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sub>
                            <m:sup/>
                            <m:e>
                              <m:nary>
                                <m:naryPr>
                                  <m:supHide m:val="on"/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sSub>
                                    <m:sSubPr>
                                      <m:ctrlPr>
                                        <a:rPr lang="en-US" altLang="zh-CN" sz="1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i="1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en-US" altLang="zh-CN" sz="1400" b="0" i="1" smtClean="0"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</m:sub>
                                  </m:sSub>
                                </m:sub>
                                <m:sup/>
                                <m:e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en-US" altLang="zh-CN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14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sz="1400" b="1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1400" b="1" i="1">
                                                  <a:latin typeface="Cambria Math" panose="02040503050406030204" pitchFamily="18" charset="0"/>
                                                </a:rPr>
                                                <m:t>𝒑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1400" b="1" i="1">
                                                  <a:latin typeface="Cambria Math" panose="02040503050406030204" pitchFamily="18" charset="0"/>
                                                </a:rPr>
                                                <m:t>𝟐</m:t>
                                              </m:r>
                                            </m:sub>
                                          </m:sSub>
                                          <m:r>
                                            <a:rPr lang="en-US" altLang="zh-CN" sz="1400" b="1" i="1">
                                              <a:latin typeface="Cambria Math" panose="02040503050406030204" pitchFamily="18" charset="0"/>
                                            </a:rPr>
                                            <m:t>→</m:t>
                                          </m:r>
                                          <m:r>
                                            <a:rPr lang="en-US" altLang="zh-CN" sz="1400" b="1" i="1"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latin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</m:sub>
                                      </m:sSub>
                                      <m:r>
                                        <a:rPr lang="en-US" altLang="zh-CN" sz="1400" i="1"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4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latin typeface="Cambria Math" panose="02040503050406030204" pitchFamily="18" charset="0"/>
                                            </a:rPr>
                                            <m:t>𝟎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altLang="zh-CN" sz="14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r>
                                    <a:rPr lang="en-US" altLang="zh-CN" sz="14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sub>
                                  </m:sSub>
                                  <m:r>
                                    <a:rPr lang="en-US" altLang="zh-CN" sz="14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  <m:r>
                                    <a:rPr lang="en-US" altLang="zh-CN" sz="14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  <m:r>
                                    <a:rPr lang="en-US" altLang="zh-CN" sz="14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  <m:r>
                                    <a:rPr lang="en-US" altLang="zh-CN" sz="14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𝟒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bSup>
                                      <m: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</m:sub>
                                      </m:sSub>
                                      <m: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</m:sub>
                                      </m:sSub>
                                    </m:e>
                                  </m:d>
                                  <m:sSub>
                                    <m:sSubPr>
                                      <m:ctrlPr>
                                        <a:rPr lang="en-US" altLang="zh-CN" sz="1400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en-US" altLang="zh-CN" sz="1400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altLang="zh-CN" sz="1400" b="1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altLang="zh-CN" sz="1400" b="1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1400" b="1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𝟒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1400" b="1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bSup>
                                      <m:r>
                                        <a:rPr lang="en-US" altLang="zh-CN" sz="1400" b="1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400" b="1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CN" sz="14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  <m:d>
                                    <m:dPr>
                                      <m:ctrlP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𝟒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bSup>
                                      <m: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↔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CN" sz="14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CN" sz="1400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unc>
                                        <m:funcPr>
                                          <m:ctrlPr>
                                            <a:rPr lang="en-US" altLang="zh-CN" sz="1400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funcPr>
                                        <m:fNam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CN" sz="1400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cos</m:t>
                                          </m:r>
                                        </m:fName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sz="1400" i="1">
                                                  <a:solidFill>
                                                    <a:schemeClr val="accent2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1400" i="1">
                                                  <a:solidFill>
                                                    <a:schemeClr val="accent2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𝜃</m:t>
                                              </m:r>
                                            </m:e>
                                            <m:sub>
                                              <m:sSub>
                                                <m:sSubPr>
                                                  <m:ctrlPr>
                                                    <a:rPr lang="en-US" altLang="zh-CN" sz="1400" i="1">
                                                      <a:solidFill>
                                                        <a:schemeClr val="accent2">
                                                          <a:lumMod val="75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zh-CN" sz="1400" i="1">
                                                      <a:solidFill>
                                                        <a:schemeClr val="accent2">
                                                          <a:lumMod val="75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zh-CN" sz="1400" i="1">
                                                      <a:solidFill>
                                                        <a:schemeClr val="accent2">
                                                          <a:lumMod val="75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3</m:t>
                                                  </m:r>
                                                </m:sub>
                                              </m:sSub>
                                            </m:sub>
                                          </m:sSub>
                                        </m:e>
                                      </m:func>
                                    </m:e>
                                  </m:d>
                                  <m:r>
                                    <a:rPr lang="en-US" altLang="zh-CN" sz="14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CN" sz="1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unc>
                                        <m:funcPr>
                                          <m:ctrlPr>
                                            <a:rPr lang="en-US" altLang="zh-CN" sz="1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funcPr>
                                        <m:fNam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CN" sz="140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cos</m:t>
                                          </m:r>
                                        </m:fName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sz="14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14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𝜃</m:t>
                                              </m:r>
                                            </m:e>
                                            <m:sub>
                                              <m:sSub>
                                                <m:sSubPr>
                                                  <m:ctrlPr>
                                                    <a:rPr lang="en-US" altLang="zh-CN" sz="1400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zh-CN" sz="1400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zh-CN" sz="1400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2</m:t>
                                                  </m:r>
                                                </m:sub>
                                              </m:sSub>
                                            </m:sub>
                                          </m:sSub>
                                        </m:e>
                                      </m:func>
                                    </m:e>
                                  </m:d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altLang="zh-CN" sz="14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sSub>
                                    <m:sSubPr>
                                      <m:ctrlPr>
                                        <a:rPr lang="en-US" altLang="zh-CN" sz="1400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en-US" altLang="zh-CN" sz="1400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altLang="zh-CN" sz="1400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𝟒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bSup>
                                    </m:e>
                                  </m:d>
                                </m:e>
                              </m:nary>
                              <m:r>
                                <a:rPr lang="en-US" altLang="zh-CN" sz="14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sSub>
                                <m:sSubPr>
                                  <m:ctrlPr>
                                    <a:rPr lang="en-US" altLang="zh-CN" sz="14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𝑝𝑑𝑓</m:t>
                          </m:r>
                          <m:d>
                            <m:dPr>
                              <m:ctrlPr>
                                <a:rPr lang="en-US" altLang="zh-CN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  <m:oMath xmlns:m="http://schemas.openxmlformats.org/officeDocument/2006/math">
                      <m:r>
                        <a:rPr lang="en-US" altLang="zh-CN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en-US" altLang="zh-CN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supHide m:val="on"/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lang="en-US" altLang="zh-CN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zh-CN" sz="1400" b="0" i="1" smtClean="0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sub>
                              </m:sSub>
                            </m:sub>
                            <m:sup/>
                            <m:e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4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14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latin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</m:sub>
                                      </m:sSub>
                                      <m:r>
                                        <a:rPr lang="en-US" altLang="zh-CN" sz="1400" b="1" i="1"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r>
                                        <a:rPr lang="en-US" altLang="zh-CN" sz="1400" b="1" i="1"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altLang="zh-CN" sz="14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>
                                          <a:latin typeface="Cambria Math" panose="02040503050406030204" pitchFamily="18" charset="0"/>
                                        </a:rPr>
                                        <m:t>𝟎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1400" b="1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14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altLang="zh-CN" sz="14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sub>
                                  </m:sSub>
                                  <m:r>
                                    <a:rPr lang="en-US" altLang="zh-CN" sz="14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  <m:r>
                                    <a:rPr lang="en-US" altLang="zh-CN" sz="14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1400" i="1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altLang="zh-CN" sz="14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𝟒</m:t>
                                      </m:r>
                                    </m:sub>
                                    <m:sup>
                                      <m: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bSup>
                                  <m:r>
                                    <a:rPr lang="en-US" altLang="zh-CN" sz="14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sub>
                                  </m:sSub>
                                  <m:r>
                                    <a:rPr lang="en-US" altLang="zh-CN" sz="14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</m:e>
                              </m:d>
                              <m:sSub>
                                <m:sSubPr>
                                  <m:ctrlPr>
                                    <a:rPr lang="en-US" altLang="zh-CN" sz="14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sz="1400" b="1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altLang="zh-CN" sz="1400" b="1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1400" b="1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𝟒</m:t>
                                      </m:r>
                                    </m:sub>
                                    <m:sup>
                                      <m:r>
                                        <a:rPr lang="en-US" altLang="zh-CN" sz="1400" b="1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bSup>
                                  <m:r>
                                    <a:rPr lang="en-US" altLang="zh-CN" sz="1400" b="1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altLang="zh-CN" sz="1400" b="1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1400" i="1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  <m:d>
                                <m:dPr>
                                  <m:ctrlPr>
                                    <a:rPr lang="en-US" altLang="zh-CN" sz="14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𝟒</m:t>
                                      </m:r>
                                    </m:sub>
                                    <m:sup>
                                      <m: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bSup>
                                  <m:r>
                                    <a:rPr lang="en-US" altLang="zh-CN" sz="14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↔</m:t>
                                  </m:r>
                                  <m:sSub>
                                    <m:sSubPr>
                                      <m:ctrlP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𝟑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1400" i="1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CN" sz="14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en-US" altLang="zh-CN" sz="1400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altLang="zh-CN" sz="140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cos</m:t>
                                      </m:r>
                                    </m:fName>
                                    <m:e>
                                      <m:sSub>
                                        <m:sSubPr>
                                          <m:ctrlPr>
                                            <a:rPr lang="en-US" altLang="zh-CN" sz="1400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  <m:sub>
                                          <m:sSub>
                                            <m:sSubPr>
                                              <m:ctrlPr>
                                                <a:rPr lang="en-US" altLang="zh-CN" sz="1400" i="1">
                                                  <a:solidFill>
                                                    <a:schemeClr val="accent2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1400" i="1">
                                                  <a:solidFill>
                                                    <a:schemeClr val="accent2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1400" i="1">
                                                  <a:solidFill>
                                                    <a:schemeClr val="accent2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3</m:t>
                                              </m:r>
                                            </m:sub>
                                          </m:sSub>
                                        </m:sub>
                                      </m:sSub>
                                    </m:e>
                                  </m:func>
                                </m:e>
                              </m:d>
                              <m:r>
                                <a:rPr lang="en-US" altLang="zh-CN" sz="1400" i="1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en-US" altLang="zh-CN" sz="1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altLang="zh-CN" sz="140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cos</m:t>
                                      </m:r>
                                    </m:fName>
                                    <m:e>
                                      <m:sSub>
                                        <m:sSubPr>
                                          <m:ctrlPr>
                                            <a:rPr lang="en-US" altLang="zh-CN" sz="1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  <m:sub>
                                          <m:sSub>
                                            <m:sSubPr>
                                              <m:ctrlPr>
                                                <a:rPr lang="en-US" altLang="zh-CN" sz="14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14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14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</m:sub>
                                      </m:sSub>
                                    </m:e>
                                  </m:func>
                                </m:e>
                              </m:d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1400" i="1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sSub>
                                <m:sSubPr>
                                  <m:ctrlPr>
                                    <a:rPr lang="en-US" altLang="zh-CN" sz="14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sz="14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𝟒</m:t>
                                      </m:r>
                                    </m:sub>
                                    <m:sup>
                                      <m: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</m:nary>
                        </m:num>
                        <m:den>
                          <m:r>
                            <a:rPr lang="en-US" altLang="zh-CN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𝑝𝑑𝑓</m:t>
                          </m:r>
                          <m:d>
                            <m:d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𝑝𝑑𝑓</m:t>
                          </m:r>
                          <m:d>
                            <m:d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  <m:oMath xmlns:m="http://schemas.openxmlformats.org/officeDocument/2006/math">
                      <m:r>
                        <a:rPr lang="en-US" altLang="zh-CN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en-US" altLang="zh-CN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sSub>
                                    <m:sSubPr>
                                      <m:ctrlPr>
                                        <a:rPr lang="en-US" altLang="zh-CN" sz="14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  <m: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14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zh-CN" sz="14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sz="1400" b="1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1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altLang="zh-CN" sz="1400" b="1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  <m:r>
                            <a:rPr lang="en-US" altLang="zh-CN" sz="14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sSub>
                            <m:sSubPr>
                              <m:ctrlPr>
                                <a:rPr lang="en-US" altLang="zh-CN" sz="1400" b="1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1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altLang="zh-CN" sz="1400" b="1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en-US" altLang="zh-CN" sz="14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sSub>
                            <m:sSubPr>
                              <m:ctrlPr>
                                <a:rPr lang="en-US" altLang="zh-CN" sz="1400" b="1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1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altLang="zh-CN" sz="1400" b="1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zh-CN" sz="14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altLang="zh-CN" sz="1400" i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sz="1400" b="1" i="1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CN" sz="14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14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𝟒</m:t>
                                  </m:r>
                                </m:sub>
                                <m:sup>
                                  <m:r>
                                    <a:rPr lang="en-US" altLang="zh-CN" sz="14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  <m:r>
                                <a:rPr lang="en-US" altLang="zh-CN" sz="1400" b="1" i="1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4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</m:sSub>
                              <m:r>
                                <a:rPr lang="en-US" altLang="zh-CN" sz="1400" b="1" i="1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4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altLang="zh-CN" sz="14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altLang="zh-CN" sz="14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1400" b="1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CN" sz="1400" b="1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1400" b="1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𝟒</m:t>
                                  </m:r>
                                </m:sub>
                                <m:sup>
                                  <m:r>
                                    <a:rPr lang="en-US" altLang="zh-CN" sz="1400" b="1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  <m:r>
                                <a:rPr lang="en-US" altLang="zh-CN" sz="1400" b="1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400" b="1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400" i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  <m:d>
                            <m:dPr>
                              <m:ctrlPr>
                                <a:rPr lang="en-US" altLang="zh-CN" sz="1400" b="1" i="1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CN" sz="14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14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𝟒</m:t>
                                  </m:r>
                                </m:sub>
                                <m:sup>
                                  <m:r>
                                    <a:rPr lang="en-US" altLang="zh-CN" sz="14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  <m:r>
                                <a:rPr lang="en-US" altLang="zh-CN" sz="1400" b="1" i="1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↔</m:t>
                              </m:r>
                              <m:sSub>
                                <m:sSubPr>
                                  <m:ctrlPr>
                                    <a:rPr lang="en-US" altLang="zh-CN" sz="14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400" i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sz="14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altLang="zh-CN" sz="14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CN" sz="140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en-US" altLang="zh-CN" sz="1400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CN" sz="1400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</m:sub>
                                  </m:sSub>
                                </m:e>
                              </m:func>
                            </m:e>
                          </m:d>
                          <m:r>
                            <a:rPr lang="en-US" altLang="zh-CN" sz="1400" i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CN" sz="14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en-US" altLang="zh-CN" sz="1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CN" sz="1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sub>
                                  </m:sSub>
                                </m:e>
                              </m:func>
                            </m:e>
                          </m:d>
                        </m:num>
                        <m:den>
                          <m:r>
                            <a:rPr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𝑝𝑑𝑓</m:t>
                          </m:r>
                          <m:d>
                            <m:dPr>
                              <m:ctrlPr>
                                <a:rPr lang="en-US" altLang="zh-CN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CN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altLang="zh-CN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  <m:sup>
                                  <m:r>
                                    <a:rPr lang="en-US" altLang="zh-CN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</m:e>
                          </m:d>
                          <m:r>
                            <a:rPr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𝑝𝑑𝑓</m:t>
                          </m:r>
                          <m:d>
                            <m:d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𝑝𝑑𝑓</m:t>
                          </m:r>
                          <m:d>
                            <m:d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en-US" altLang="zh-CN" sz="1400" dirty="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9BDA07F9-7368-5761-50AF-1FFC31447F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824" y="3812541"/>
                <a:ext cx="11613384" cy="3070392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C55957EC-5A48-C57F-16F7-B676D9537C65}"/>
                  </a:ext>
                </a:extLst>
              </p:cNvPr>
              <p:cNvSpPr txBox="1"/>
              <p:nvPr/>
            </p:nvSpPr>
            <p:spPr>
              <a:xfrm>
                <a:off x="8806867" y="875100"/>
                <a:ext cx="46181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064F683B-535F-B37C-2475-76FA5A949E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06867" y="875100"/>
                <a:ext cx="461814" cy="369332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63AF189D-5DC7-F707-B35E-67118BB9A87F}"/>
                  </a:ext>
                </a:extLst>
              </p:cNvPr>
              <p:cNvSpPr txBox="1"/>
              <p:nvPr/>
            </p:nvSpPr>
            <p:spPr>
              <a:xfrm>
                <a:off x="9449062" y="1128146"/>
                <a:ext cx="46181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F9654132-5051-9474-2828-1723D3B967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49062" y="1128146"/>
                <a:ext cx="461814" cy="369332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578338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241ECA-0B1E-CC74-0A66-F1D7592C91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E9EAA8C1-C8CC-41B1-B227-9873154D72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1440" y="-159452"/>
            <a:ext cx="3213095" cy="2157364"/>
          </a:xfrm>
          <a:prstGeom prst="rect">
            <a:avLst/>
          </a:prstGeom>
        </p:spPr>
      </p:pic>
      <p:sp>
        <p:nvSpPr>
          <p:cNvPr id="3" name="标题 2">
            <a:extLst>
              <a:ext uri="{FF2B5EF4-FFF2-40B4-BE49-F238E27FC236}">
                <a16:creationId xmlns:a16="http://schemas.microsoft.com/office/drawing/2014/main" id="{F5D0BA0D-7526-24A2-2F67-C0EDA99B0009}"/>
              </a:ext>
            </a:extLst>
          </p:cNvPr>
          <p:cNvSpPr>
            <a:spLocks noGrp="1"/>
          </p:cNvSpPr>
          <p:nvPr>
            <p:ph type="title" idx="1"/>
          </p:nvPr>
        </p:nvSpPr>
        <p:spPr/>
        <p:txBody>
          <a:bodyPr/>
          <a:lstStyle/>
          <a:p>
            <a:r>
              <a:rPr lang="zh-CN" altLang="en-US" dirty="0"/>
              <a:t>积分域转换</a:t>
            </a: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2EB03163-C1C5-E3CB-E259-E1CE725F4677}"/>
              </a:ext>
            </a:extLst>
          </p:cNvPr>
          <p:cNvGrpSpPr/>
          <p:nvPr/>
        </p:nvGrpSpPr>
        <p:grpSpPr>
          <a:xfrm>
            <a:off x="7204799" y="23501"/>
            <a:ext cx="4884695" cy="2239214"/>
            <a:chOff x="5222744" y="3751106"/>
            <a:chExt cx="5902730" cy="2705896"/>
          </a:xfrm>
        </p:grpSpPr>
        <p:cxnSp>
          <p:nvCxnSpPr>
            <p:cNvPr id="5" name="直接连接符 4">
              <a:extLst>
                <a:ext uri="{FF2B5EF4-FFF2-40B4-BE49-F238E27FC236}">
                  <a16:creationId xmlns:a16="http://schemas.microsoft.com/office/drawing/2014/main" id="{0827328A-3E42-1D59-51F3-1ADA498ACF6C}"/>
                </a:ext>
              </a:extLst>
            </p:cNvPr>
            <p:cNvCxnSpPr/>
            <p:nvPr/>
          </p:nvCxnSpPr>
          <p:spPr>
            <a:xfrm>
              <a:off x="6392374" y="4489253"/>
              <a:ext cx="776037" cy="306805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30A55771-4854-C083-8690-9A0149609850}"/>
                </a:ext>
              </a:extLst>
            </p:cNvPr>
            <p:cNvCxnSpPr/>
            <p:nvPr/>
          </p:nvCxnSpPr>
          <p:spPr>
            <a:xfrm>
              <a:off x="7168411" y="4796058"/>
              <a:ext cx="776037" cy="306805"/>
            </a:xfrm>
            <a:prstGeom prst="line">
              <a:avLst/>
            </a:prstGeom>
            <a:ln w="38100"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61C7E7CC-DF9A-D23A-D6EA-7FD6C36D2C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68411" y="4542463"/>
              <a:ext cx="774162" cy="253594"/>
            </a:xfrm>
            <a:prstGeom prst="line">
              <a:avLst/>
            </a:prstGeom>
            <a:ln w="38100">
              <a:solidFill>
                <a:srgbClr val="FFC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C9321D34-0B2A-03F0-9179-E5D986D8D2E1}"/>
                </a:ext>
              </a:extLst>
            </p:cNvPr>
            <p:cNvCxnSpPr/>
            <p:nvPr/>
          </p:nvCxnSpPr>
          <p:spPr>
            <a:xfrm>
              <a:off x="7944448" y="5102863"/>
              <a:ext cx="776037" cy="306805"/>
            </a:xfrm>
            <a:prstGeom prst="line">
              <a:avLst/>
            </a:prstGeom>
            <a:ln w="38100"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7F5B42DF-4F32-ED47-8162-934F9B9610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44448" y="4849267"/>
              <a:ext cx="776037" cy="253596"/>
            </a:xfrm>
            <a:prstGeom prst="line">
              <a:avLst/>
            </a:prstGeom>
            <a:ln w="38100">
              <a:solidFill>
                <a:srgbClr val="FFC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E5D72DF2-BEEF-EDEA-C243-FFAAE718CDA1}"/>
                </a:ext>
              </a:extLst>
            </p:cNvPr>
            <p:cNvCxnSpPr/>
            <p:nvPr/>
          </p:nvCxnSpPr>
          <p:spPr>
            <a:xfrm>
              <a:off x="8720485" y="5409668"/>
              <a:ext cx="776037" cy="306805"/>
            </a:xfrm>
            <a:prstGeom prst="line">
              <a:avLst/>
            </a:prstGeom>
            <a:ln w="38100"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5A54B1B3-C9D3-DFBD-5A06-F7350F6434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20485" y="5156072"/>
              <a:ext cx="776037" cy="253596"/>
            </a:xfrm>
            <a:prstGeom prst="line">
              <a:avLst/>
            </a:prstGeom>
            <a:ln w="38100">
              <a:solidFill>
                <a:srgbClr val="FFC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6F4756EB-E8BE-17D7-C451-C0A0D2ED5D34}"/>
                </a:ext>
              </a:extLst>
            </p:cNvPr>
            <p:cNvCxnSpPr/>
            <p:nvPr/>
          </p:nvCxnSpPr>
          <p:spPr>
            <a:xfrm>
              <a:off x="9496522" y="5711457"/>
              <a:ext cx="776037" cy="306805"/>
            </a:xfrm>
            <a:prstGeom prst="line">
              <a:avLst/>
            </a:prstGeom>
            <a:ln w="38100"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DCA463B3-FF4D-99D2-0EA8-EC5B73797D4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96522" y="5457861"/>
              <a:ext cx="776037" cy="253596"/>
            </a:xfrm>
            <a:prstGeom prst="line">
              <a:avLst/>
            </a:prstGeom>
            <a:ln w="38100">
              <a:solidFill>
                <a:srgbClr val="FFC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5C4AAE63-C2CA-8A92-F609-B39D24DC183C}"/>
                    </a:ext>
                  </a:extLst>
                </p:cNvPr>
                <p:cNvSpPr txBox="1"/>
                <p:nvPr/>
              </p:nvSpPr>
              <p:spPr>
                <a:xfrm>
                  <a:off x="5943300" y="4255629"/>
                  <a:ext cx="55806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4EC0AFC5-A53C-7175-EE94-FD6FE105C9E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43300" y="4255629"/>
                  <a:ext cx="558062" cy="369332"/>
                </a:xfrm>
                <a:prstGeom prst="rect">
                  <a:avLst/>
                </a:prstGeom>
                <a:blipFill>
                  <a:blip r:embed="rId10"/>
                  <a:stretch>
                    <a:fillRect b="-819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文本框 27">
                  <a:extLst>
                    <a:ext uri="{FF2B5EF4-FFF2-40B4-BE49-F238E27FC236}">
                      <a16:creationId xmlns:a16="http://schemas.microsoft.com/office/drawing/2014/main" id="{DED1D076-93BF-D577-24FF-613DEC0D09AB}"/>
                    </a:ext>
                  </a:extLst>
                </p:cNvPr>
                <p:cNvSpPr txBox="1"/>
                <p:nvPr/>
              </p:nvSpPr>
              <p:spPr>
                <a:xfrm>
                  <a:off x="6795472" y="4733531"/>
                  <a:ext cx="55806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8" name="文本框 27">
                  <a:extLst>
                    <a:ext uri="{FF2B5EF4-FFF2-40B4-BE49-F238E27FC236}">
                      <a16:creationId xmlns:a16="http://schemas.microsoft.com/office/drawing/2014/main" id="{F2577CEC-13DD-A5BE-A401-C8CAAE0B126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95472" y="4733531"/>
                  <a:ext cx="558062" cy="369332"/>
                </a:xfrm>
                <a:prstGeom prst="rect">
                  <a:avLst/>
                </a:prstGeom>
                <a:blipFill>
                  <a:blip r:embed="rId11"/>
                  <a:stretch>
                    <a:fillRect b="-819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文本框 28">
                  <a:extLst>
                    <a:ext uri="{FF2B5EF4-FFF2-40B4-BE49-F238E27FC236}">
                      <a16:creationId xmlns:a16="http://schemas.microsoft.com/office/drawing/2014/main" id="{42D36CE9-559D-0513-048D-42C9C830814A}"/>
                    </a:ext>
                  </a:extLst>
                </p:cNvPr>
                <p:cNvSpPr txBox="1"/>
                <p:nvPr/>
              </p:nvSpPr>
              <p:spPr>
                <a:xfrm>
                  <a:off x="7618463" y="4096381"/>
                  <a:ext cx="55806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9" name="文本框 28">
                  <a:extLst>
                    <a:ext uri="{FF2B5EF4-FFF2-40B4-BE49-F238E27FC236}">
                      <a16:creationId xmlns:a16="http://schemas.microsoft.com/office/drawing/2014/main" id="{B5CC0EBD-ED9F-46A0-8E2F-BDEAF78480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18463" y="4096381"/>
                  <a:ext cx="558062" cy="369332"/>
                </a:xfrm>
                <a:prstGeom prst="rect">
                  <a:avLst/>
                </a:prstGeom>
                <a:blipFill>
                  <a:blip r:embed="rId12"/>
                  <a:stretch>
                    <a:fillRect b="-655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1944D510-0312-FE78-AAB8-4EF4279B028B}"/>
                    </a:ext>
                  </a:extLst>
                </p:cNvPr>
                <p:cNvSpPr txBox="1"/>
                <p:nvPr/>
              </p:nvSpPr>
              <p:spPr>
                <a:xfrm>
                  <a:off x="7060912" y="5040335"/>
                  <a:ext cx="1525862" cy="64633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altLang="zh-CN" dirty="0"/>
                </a:p>
                <a:p>
                  <a:pPr algn="ctr"/>
                  <a:r>
                    <a:rPr lang="en-US" altLang="zh-CN" dirty="0"/>
                    <a:t>(</a:t>
                  </a:r>
                  <a:r>
                    <a:rPr lang="en-US" altLang="zh-CN" dirty="0">
                      <a:solidFill>
                        <a:srgbClr val="00B050"/>
                      </a:solidFill>
                    </a:rPr>
                    <a:t>specular</a:t>
                  </a:r>
                  <a:r>
                    <a:rPr lang="en-US" altLang="zh-CN" dirty="0"/>
                    <a:t>)</a:t>
                  </a:r>
                  <a:endParaRPr lang="zh-CN" altLang="en-US" dirty="0"/>
                </a:p>
              </p:txBody>
            </p:sp>
          </mc:Choice>
          <mc:Fallback xmlns=""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49D5B3C2-D92A-5B4B-42A8-FF34B1E849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60912" y="5040335"/>
                  <a:ext cx="1525862" cy="646331"/>
                </a:xfrm>
                <a:prstGeom prst="rect">
                  <a:avLst/>
                </a:prstGeom>
                <a:blipFill>
                  <a:blip r:embed="rId13"/>
                  <a:stretch>
                    <a:fillRect l="-3846" r="-3846" b="-375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D6FC96B4-203A-0AEC-52A1-EC03EC31EB18}"/>
                    </a:ext>
                  </a:extLst>
                </p:cNvPr>
                <p:cNvSpPr txBox="1"/>
                <p:nvPr/>
              </p:nvSpPr>
              <p:spPr>
                <a:xfrm>
                  <a:off x="8586263" y="4456803"/>
                  <a:ext cx="55806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  <m:sup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CCBF21B8-A157-8A0A-4A1B-80B7399ABB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86263" y="4456803"/>
                  <a:ext cx="558062" cy="369332"/>
                </a:xfrm>
                <a:prstGeom prst="rect">
                  <a:avLst/>
                </a:prstGeom>
                <a:blipFill>
                  <a:blip r:embed="rId14"/>
                  <a:stretch>
                    <a:fillRect b="-819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文本框 31">
                  <a:extLst>
                    <a:ext uri="{FF2B5EF4-FFF2-40B4-BE49-F238E27FC236}">
                      <a16:creationId xmlns:a16="http://schemas.microsoft.com/office/drawing/2014/main" id="{51B26DF2-4FD5-FCC8-77D8-4C09E47957B0}"/>
                    </a:ext>
                  </a:extLst>
                </p:cNvPr>
                <p:cNvSpPr txBox="1"/>
                <p:nvPr/>
              </p:nvSpPr>
              <p:spPr>
                <a:xfrm>
                  <a:off x="8483096" y="5331416"/>
                  <a:ext cx="55806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2" name="文本框 31">
                  <a:extLst>
                    <a:ext uri="{FF2B5EF4-FFF2-40B4-BE49-F238E27FC236}">
                      <a16:creationId xmlns:a16="http://schemas.microsoft.com/office/drawing/2014/main" id="{E51F5D28-8AEC-90FB-0AB5-7D3F66EC643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83096" y="5331416"/>
                  <a:ext cx="558062" cy="369332"/>
                </a:xfrm>
                <a:prstGeom prst="rect">
                  <a:avLst/>
                </a:prstGeom>
                <a:blipFill>
                  <a:blip r:embed="rId15"/>
                  <a:stretch>
                    <a:fillRect b="-8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文本框 32">
                  <a:extLst>
                    <a:ext uri="{FF2B5EF4-FFF2-40B4-BE49-F238E27FC236}">
                      <a16:creationId xmlns:a16="http://schemas.microsoft.com/office/drawing/2014/main" id="{30CDD6E3-9AB6-7446-0FA3-FF8E0CF4A107}"/>
                    </a:ext>
                  </a:extLst>
                </p:cNvPr>
                <p:cNvSpPr txBox="1"/>
                <p:nvPr/>
              </p:nvSpPr>
              <p:spPr>
                <a:xfrm>
                  <a:off x="9386637" y="4796057"/>
                  <a:ext cx="558062" cy="37818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  <m:sup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3" name="文本框 32">
                  <a:extLst>
                    <a:ext uri="{FF2B5EF4-FFF2-40B4-BE49-F238E27FC236}">
                      <a16:creationId xmlns:a16="http://schemas.microsoft.com/office/drawing/2014/main" id="{9A8143DE-08E0-4FD6-34DE-A7BD99ADF51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86637" y="4796057"/>
                  <a:ext cx="558062" cy="378180"/>
                </a:xfrm>
                <a:prstGeom prst="rect">
                  <a:avLst/>
                </a:prstGeom>
                <a:blipFill>
                  <a:blip r:embed="rId16"/>
                  <a:stretch>
                    <a:fillRect b="-483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D3441757-272F-50FE-9796-50331CFB8613}"/>
                    </a:ext>
                  </a:extLst>
                </p:cNvPr>
                <p:cNvSpPr txBox="1"/>
                <p:nvPr/>
              </p:nvSpPr>
              <p:spPr>
                <a:xfrm>
                  <a:off x="9225010" y="5711456"/>
                  <a:ext cx="55806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C2EF20B4-DCCC-1203-8DF1-80ED78DD32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25010" y="5711456"/>
                  <a:ext cx="558062" cy="369332"/>
                </a:xfrm>
                <a:prstGeom prst="rect">
                  <a:avLst/>
                </a:prstGeom>
                <a:blipFill>
                  <a:blip r:embed="rId17"/>
                  <a:stretch>
                    <a:fillRect b="-655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文本框 34">
                  <a:extLst>
                    <a:ext uri="{FF2B5EF4-FFF2-40B4-BE49-F238E27FC236}">
                      <a16:creationId xmlns:a16="http://schemas.microsoft.com/office/drawing/2014/main" id="{E37D6388-C89C-DF1A-E064-1DA5DB7A779C}"/>
                    </a:ext>
                  </a:extLst>
                </p:cNvPr>
                <p:cNvSpPr txBox="1"/>
                <p:nvPr/>
              </p:nvSpPr>
              <p:spPr>
                <a:xfrm>
                  <a:off x="10216211" y="5108876"/>
                  <a:ext cx="55806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  <m:sup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5" name="文本框 34">
                  <a:extLst>
                    <a:ext uri="{FF2B5EF4-FFF2-40B4-BE49-F238E27FC236}">
                      <a16:creationId xmlns:a16="http://schemas.microsoft.com/office/drawing/2014/main" id="{1D648578-C773-1903-4AFF-E74C325B7B3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16211" y="5108876"/>
                  <a:ext cx="558062" cy="369332"/>
                </a:xfrm>
                <a:prstGeom prst="rect">
                  <a:avLst/>
                </a:prstGeom>
                <a:blipFill>
                  <a:blip r:embed="rId18"/>
                  <a:stretch>
                    <a:fillRect b="-819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CF76369D-4412-4273-6F83-1F977BD6CA2D}"/>
                    </a:ext>
                  </a:extLst>
                </p:cNvPr>
                <p:cNvSpPr txBox="1"/>
                <p:nvPr/>
              </p:nvSpPr>
              <p:spPr>
                <a:xfrm>
                  <a:off x="10126279" y="5959036"/>
                  <a:ext cx="55806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FAEC77C9-FFE7-2FD2-2D2C-78595C6099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26279" y="5959036"/>
                  <a:ext cx="558062" cy="369332"/>
                </a:xfrm>
                <a:prstGeom prst="rect">
                  <a:avLst/>
                </a:prstGeom>
                <a:blipFill>
                  <a:blip r:embed="rId19"/>
                  <a:stretch>
                    <a:fillRect b="-8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8F2A42B6-C424-73EC-9EA1-A03C6B4F2BB8}"/>
                    </a:ext>
                  </a:extLst>
                </p:cNvPr>
                <p:cNvSpPr txBox="1"/>
                <p:nvPr/>
              </p:nvSpPr>
              <p:spPr>
                <a:xfrm>
                  <a:off x="10544071" y="5737925"/>
                  <a:ext cx="55806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……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208EEAD8-BED4-97E1-8633-D7A78A34BA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44071" y="5737925"/>
                  <a:ext cx="558062" cy="369332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文本框 37">
                  <a:extLst>
                    <a:ext uri="{FF2B5EF4-FFF2-40B4-BE49-F238E27FC236}">
                      <a16:creationId xmlns:a16="http://schemas.microsoft.com/office/drawing/2014/main" id="{3EB343E4-0836-DA99-DD40-4793FF7CA28D}"/>
                    </a:ext>
                  </a:extLst>
                </p:cNvPr>
                <p:cNvSpPr txBox="1"/>
                <p:nvPr/>
              </p:nvSpPr>
              <p:spPr>
                <a:xfrm>
                  <a:off x="5222744" y="3764142"/>
                  <a:ext cx="2044528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altLang="zh-CN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b="0" i="1" dirty="0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+…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8" name="文本框 37">
                  <a:extLst>
                    <a:ext uri="{FF2B5EF4-FFF2-40B4-BE49-F238E27FC236}">
                      <a16:creationId xmlns:a16="http://schemas.microsoft.com/office/drawing/2014/main" id="{97C082F2-483B-FA9D-61E4-8A6B4C399EA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22744" y="3764142"/>
                  <a:ext cx="2044528" cy="369332"/>
                </a:xfrm>
                <a:prstGeom prst="rect">
                  <a:avLst/>
                </a:prstGeom>
                <a:blipFill>
                  <a:blip r:embed="rId21"/>
                  <a:stretch>
                    <a:fillRect b="-819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文本框 39">
                  <a:extLst>
                    <a:ext uri="{FF2B5EF4-FFF2-40B4-BE49-F238E27FC236}">
                      <a16:creationId xmlns:a16="http://schemas.microsoft.com/office/drawing/2014/main" id="{59687B4F-D1EF-561F-3527-6D907B09AA2D}"/>
                    </a:ext>
                  </a:extLst>
                </p:cNvPr>
                <p:cNvSpPr txBox="1"/>
                <p:nvPr/>
              </p:nvSpPr>
              <p:spPr>
                <a:xfrm>
                  <a:off x="7647800" y="3751106"/>
                  <a:ext cx="938463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altLang="zh-CN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b="0" i="1" dirty="0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0" name="文本框 39">
                  <a:extLst>
                    <a:ext uri="{FF2B5EF4-FFF2-40B4-BE49-F238E27FC236}">
                      <a16:creationId xmlns:a16="http://schemas.microsoft.com/office/drawing/2014/main" id="{3077BE0B-7E7B-9853-2706-BE172C268B6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47800" y="3751106"/>
                  <a:ext cx="938463" cy="369332"/>
                </a:xfrm>
                <a:prstGeom prst="rect">
                  <a:avLst/>
                </a:prstGeom>
                <a:blipFill>
                  <a:blip r:embed="rId22"/>
                  <a:stretch>
                    <a:fillRect r="-7143" b="-819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95A7A598-4DD1-BDAF-A84C-5C2ED1960FCA}"/>
                    </a:ext>
                  </a:extLst>
                </p:cNvPr>
                <p:cNvSpPr txBox="1"/>
                <p:nvPr/>
              </p:nvSpPr>
              <p:spPr>
                <a:xfrm>
                  <a:off x="7090411" y="5817019"/>
                  <a:ext cx="2618076" cy="63998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                   +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altLang="zh-CN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b="0" i="1" dirty="0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</m:d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,  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𝑖𝑓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𝑖𝑠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𝑙𝑖𝑔h𝑡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𝑠𝑜𝑢𝑟𝑐𝑒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B2EA15C9-F5C6-987C-7147-08797315B4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90411" y="5817019"/>
                  <a:ext cx="2618076" cy="639983"/>
                </a:xfrm>
                <a:prstGeom prst="rect">
                  <a:avLst/>
                </a:prstGeom>
                <a:blipFill>
                  <a:blip r:embed="rId23"/>
                  <a:stretch>
                    <a:fillRect l="-843" b="-3103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文本框 41">
                  <a:extLst>
                    <a:ext uri="{FF2B5EF4-FFF2-40B4-BE49-F238E27FC236}">
                      <a16:creationId xmlns:a16="http://schemas.microsoft.com/office/drawing/2014/main" id="{0EA3C917-7AC8-AF54-A1FB-AB5FDA349C15}"/>
                    </a:ext>
                  </a:extLst>
                </p:cNvPr>
                <p:cNvSpPr txBox="1"/>
                <p:nvPr/>
              </p:nvSpPr>
              <p:spPr>
                <a:xfrm>
                  <a:off x="9386637" y="4427582"/>
                  <a:ext cx="938463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altLang="zh-CN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b="0" i="1" dirty="0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2" name="文本框 41">
                  <a:extLst>
                    <a:ext uri="{FF2B5EF4-FFF2-40B4-BE49-F238E27FC236}">
                      <a16:creationId xmlns:a16="http://schemas.microsoft.com/office/drawing/2014/main" id="{A813CFA7-6A37-F876-00FE-0F599FDCACA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86637" y="4427582"/>
                  <a:ext cx="938463" cy="369332"/>
                </a:xfrm>
                <a:prstGeom prst="rect">
                  <a:avLst/>
                </a:prstGeom>
                <a:blipFill>
                  <a:blip r:embed="rId24"/>
                  <a:stretch>
                    <a:fillRect r="-7143" b="-819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F25C8AC5-CA57-27E9-79F3-3C8370DCF615}"/>
                    </a:ext>
                  </a:extLst>
                </p:cNvPr>
                <p:cNvSpPr txBox="1"/>
                <p:nvPr/>
              </p:nvSpPr>
              <p:spPr>
                <a:xfrm>
                  <a:off x="10187011" y="4798354"/>
                  <a:ext cx="938463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altLang="zh-CN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b="0" i="1" dirty="0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69CB18C4-4DA1-0C44-FE76-050A473B44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87011" y="4798354"/>
                  <a:ext cx="938463" cy="369332"/>
                </a:xfrm>
                <a:prstGeom prst="rect">
                  <a:avLst/>
                </a:prstGeom>
                <a:blipFill>
                  <a:blip r:embed="rId25"/>
                  <a:stretch>
                    <a:fillRect r="-7792" b="-819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0CEE8730-2596-4896-AA71-7E081F4A8215}"/>
                </a:ext>
              </a:extLst>
            </p:cNvPr>
            <p:cNvCxnSpPr/>
            <p:nvPr/>
          </p:nvCxnSpPr>
          <p:spPr>
            <a:xfrm>
              <a:off x="8176525" y="4826135"/>
              <a:ext cx="306571" cy="329937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F161A57F-A5C9-25E2-03C8-21D343F5C3D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169412" y="4809873"/>
              <a:ext cx="306571" cy="329937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C9B6644D-1C6D-3FAF-D903-7EA5750A4BA9}"/>
                  </a:ext>
                </a:extLst>
              </p:cNvPr>
              <p:cNvSpPr txBox="1"/>
              <p:nvPr/>
            </p:nvSpPr>
            <p:spPr>
              <a:xfrm>
                <a:off x="225888" y="2194638"/>
                <a:ext cx="11613384" cy="39894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1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zh-CN" sz="1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1400" i="1" dirty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1400" i="1" dirty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e>
                      </m:d>
                      <m:r>
                        <a:rPr lang="en-US" altLang="zh-CN" sz="1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supHide m:val="on"/>
                          <m:ctrlPr>
                            <a:rPr lang="en-US" altLang="zh-CN" sz="14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  <m:sup/>
                        <m:e>
                          <m:nary>
                            <m:naryPr>
                              <m:supHide m:val="on"/>
                              <m:ctrlPr>
                                <a:rPr lang="en-US" altLang="zh-CN" sz="1400" b="1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sz="14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  <m:sup/>
                            <m:e>
                              <m:nary>
                                <m:naryPr>
                                  <m:supHide m:val="on"/>
                                  <m:ctrlPr>
                                    <a:rPr lang="en-US" altLang="zh-CN" sz="14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sSub>
                                    <m:sSubPr>
                                      <m:ctrlPr>
                                        <a:rPr lang="en-US" altLang="zh-CN" sz="1400" b="0" i="1" smtClean="0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en-US" altLang="zh-CN" sz="1400" b="0" i="1" smtClean="0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</m:sub>
                                  </m:sSub>
                                </m:sub>
                                <m:sup/>
                                <m:e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en-US" altLang="zh-CN" sz="14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14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latin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</m:sub>
                                      </m:sSub>
                                      <m:r>
                                        <a:rPr lang="en-US" altLang="zh-CN" sz="1400" b="1" i="1"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4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latin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</m:sub>
                                      </m:sSub>
                                      <m:r>
                                        <a:rPr lang="en-US" altLang="zh-CN" sz="1400" b="1" i="1"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4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latin typeface="Cambria Math" panose="02040503050406030204" pitchFamily="18" charset="0"/>
                                            </a:rPr>
                                            <m:t>𝟎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altLang="zh-CN" sz="14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1400" b="1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</m:sub>
                                      </m:sSub>
                                      <m: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400" b="1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</m:sub>
                                      </m:sSub>
                                      <m: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400" b="1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CN" sz="14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altLang="zh-CN" sz="14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𝟒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bSup>
                                      <m: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</m:sub>
                                      </m:sSub>
                                      <m: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CN" sz="14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sSub>
                                    <m:sSubPr>
                                      <m:ctrlPr>
                                        <a:rPr lang="en-US" altLang="zh-CN" sz="1400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en-US" altLang="zh-CN" sz="1400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altLang="zh-CN" sz="1400" b="1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altLang="zh-CN" sz="1400" b="1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1400" b="1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𝟒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1400" b="1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bSup>
                                      <m:r>
                                        <a:rPr lang="en-US" altLang="zh-CN" sz="1400" b="1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400" b="1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CN" sz="14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altLang="zh-CN" sz="14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  <m:d>
                                    <m:dPr>
                                      <m:ctrlP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𝟒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bSup>
                                      <m: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↔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CN" sz="14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altLang="zh-CN" sz="14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  <m:d>
                                    <m:dPr>
                                      <m:ctrlP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1400" b="1" i="1" smtClean="0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</m:sub>
                                      </m:sSub>
                                      <m: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↔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400" b="1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CN" sz="14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  <m:d>
                                    <m:dPr>
                                      <m:ctrlPr>
                                        <a:rPr lang="en-US" altLang="zh-CN" sz="14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14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latin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</m:sub>
                                      </m:sSub>
                                      <m:r>
                                        <a:rPr lang="en-US" altLang="zh-CN" sz="14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↔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400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CN" sz="14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sSub>
                                    <m:sSubPr>
                                      <m:ctrlPr>
                                        <a:rPr lang="en-US" altLang="zh-CN" sz="1400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en-US" altLang="zh-CN" sz="1400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altLang="zh-CN" sz="1400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𝟒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bSup>
                                    </m:e>
                                  </m:d>
                                </m:e>
                              </m:nary>
                              <m:r>
                                <a:rPr lang="en-US" altLang="zh-CN" sz="14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𝑑𝐴</m:t>
                              </m:r>
                              <m:d>
                                <m:dPr>
                                  <m:ctrlPr>
                                    <a:rPr lang="en-US" altLang="zh-CN" sz="14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𝑑𝐴</m:t>
                          </m:r>
                          <m:d>
                            <m:d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  <m:oMath xmlns:m="http://schemas.openxmlformats.org/officeDocument/2006/math">
                      <m:r>
                        <a:rPr lang="en-US" altLang="zh-CN" sz="1400" b="1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supHide m:val="on"/>
                          <m:ctrlPr>
                            <a:rPr lang="en-US" altLang="zh-CN" sz="1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p>
                            <m:sSupPr>
                              <m:ctrlPr>
                                <a:rPr lang="en-US" altLang="zh-CN" sz="14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p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sub>
                        <m:sup/>
                        <m:e>
                          <m:nary>
                            <m:naryPr>
                              <m:supHide m:val="on"/>
                              <m:ctrlP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p>
                                <m:sSupPr>
                                  <m:ctrlPr>
                                    <a:rPr lang="en-US" altLang="zh-CN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400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p>
                                  <m:r>
                                    <a:rPr lang="en-US" altLang="zh-CN" sz="1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sub>
                            <m:sup/>
                            <m:e>
                              <m:nary>
                                <m:naryPr>
                                  <m:supHide m:val="on"/>
                                  <m:ctrlPr>
                                    <a:rPr lang="en-US" altLang="zh-CN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sSub>
                                    <m:sSubPr>
                                      <m:ctrlPr>
                                        <a:rPr lang="en-US" altLang="zh-CN" sz="1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0" i="1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en-US" altLang="zh-CN" sz="1400" b="0" i="1" smtClean="0"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</m:sub>
                                  </m:sSub>
                                </m:sub>
                                <m:sup/>
                                <m:e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en-US" altLang="zh-CN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14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sz="1400" b="1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1400" b="1" i="1">
                                                  <a:latin typeface="Cambria Math" panose="02040503050406030204" pitchFamily="18" charset="0"/>
                                                </a:rPr>
                                                <m:t>𝒑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1400" b="1" i="1" smtClean="0">
                                                  <a:latin typeface="Cambria Math" panose="02040503050406030204" pitchFamily="18" charset="0"/>
                                                </a:rPr>
                                                <m:t>𝟐</m:t>
                                              </m:r>
                                            </m:sub>
                                          </m:sSub>
                                          <m:r>
                                            <a:rPr lang="en-US" altLang="zh-CN" sz="1400" b="1" i="1" smtClean="0">
                                              <a:latin typeface="Cambria Math" panose="02040503050406030204" pitchFamily="18" charset="0"/>
                                            </a:rPr>
                                            <m:t>→</m:t>
                                          </m:r>
                                          <m:r>
                                            <a:rPr lang="en-US" altLang="zh-CN" sz="1400" b="1" i="1"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latin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</m:sub>
                                      </m:sSub>
                                      <m:r>
                                        <a:rPr lang="en-US" altLang="zh-CN" sz="1400" i="1"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4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 smtClean="0">
                                              <a:latin typeface="Cambria Math" panose="02040503050406030204" pitchFamily="18" charset="0"/>
                                            </a:rPr>
                                            <m:t>𝟎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CN" sz="1400" b="1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altLang="zh-CN" sz="1400" i="1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r>
                                    <a:rPr lang="en-US" altLang="zh-CN" sz="1400" i="1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altLang="zh-CN" sz="1400" b="1" i="1" smtClean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 smtClean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 smtClean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sub>
                                  </m:sSub>
                                  <m:r>
                                    <a:rPr lang="en-US" altLang="zh-CN" sz="1400" b="0" i="1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altLang="zh-CN" sz="1400" b="1" i="1" smtClean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 smtClean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 smtClean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  <m:r>
                                    <a:rPr lang="en-US" altLang="zh-CN" sz="1400" b="0" i="1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altLang="zh-CN" sz="1400" b="1" i="1" smtClean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 smtClean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 smtClean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  <m:r>
                                    <a:rPr lang="en-US" altLang="zh-CN" sz="14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  <m:r>
                                    <a:rPr lang="en-US" altLang="zh-CN" sz="14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𝟒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bSup>
                                      <m: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</m:sub>
                                      </m:sSub>
                                      <m: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</m:sub>
                                      </m:sSub>
                                    </m:e>
                                  </m:d>
                                  <m:sSub>
                                    <m:sSubPr>
                                      <m:ctrlPr>
                                        <a:rPr lang="en-US" altLang="zh-CN" sz="1400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en-US" altLang="zh-CN" sz="1400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altLang="zh-CN" sz="1400" b="1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altLang="zh-CN" sz="1400" b="1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1400" b="1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𝟒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1400" b="1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bSup>
                                      <m:r>
                                        <a:rPr lang="en-US" altLang="zh-CN" sz="1400" b="1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400" b="1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CN" sz="14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  <m:d>
                                    <m:dPr>
                                      <m:ctrlP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𝟒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bSup>
                                      <m: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↔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CN" sz="14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CN" sz="1400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unc>
                                        <m:funcPr>
                                          <m:ctrlPr>
                                            <a:rPr lang="en-US" altLang="zh-CN" sz="1400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funcPr>
                                        <m:fNam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CN" sz="1400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cos</m:t>
                                          </m:r>
                                        </m:fName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sz="1400" i="1">
                                                  <a:solidFill>
                                                    <a:schemeClr val="accent2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1400" i="1">
                                                  <a:solidFill>
                                                    <a:schemeClr val="accent2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𝜃</m:t>
                                              </m:r>
                                            </m:e>
                                            <m:sub>
                                              <m:sSub>
                                                <m:sSubPr>
                                                  <m:ctrlPr>
                                                    <a:rPr lang="en-US" altLang="zh-CN" sz="1400" i="1">
                                                      <a:solidFill>
                                                        <a:schemeClr val="accent2">
                                                          <a:lumMod val="75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zh-CN" sz="1400" i="1">
                                                      <a:solidFill>
                                                        <a:schemeClr val="accent2">
                                                          <a:lumMod val="75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zh-CN" sz="1400" i="1">
                                                      <a:solidFill>
                                                        <a:schemeClr val="accent2">
                                                          <a:lumMod val="75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3</m:t>
                                                  </m:r>
                                                </m:sub>
                                              </m:sSub>
                                            </m:sub>
                                          </m:sSub>
                                        </m:e>
                                      </m:func>
                                    </m:e>
                                  </m:d>
                                  <m:r>
                                    <a:rPr lang="en-US" altLang="zh-CN" sz="14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CN" sz="1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unc>
                                        <m:funcPr>
                                          <m:ctrlPr>
                                            <a:rPr lang="en-US" altLang="zh-CN" sz="1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funcPr>
                                        <m:fNam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CN" sz="140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cos</m:t>
                                          </m:r>
                                        </m:fName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sz="14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14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𝜃</m:t>
                                              </m:r>
                                            </m:e>
                                            <m:sub>
                                              <m:sSub>
                                                <m:sSubPr>
                                                  <m:ctrlPr>
                                                    <a:rPr lang="en-US" altLang="zh-CN" sz="1400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zh-CN" sz="1400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zh-CN" sz="1400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2</m:t>
                                                  </m:r>
                                                </m:sub>
                                              </m:sSub>
                                            </m:sub>
                                          </m:sSub>
                                        </m:e>
                                      </m:func>
                                    </m:e>
                                  </m:d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altLang="zh-CN" sz="14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sSub>
                                    <m:sSubPr>
                                      <m:ctrlPr>
                                        <a:rPr lang="en-US" altLang="zh-CN" sz="1400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en-US" altLang="zh-CN" sz="1400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altLang="zh-CN" sz="1400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𝟒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bSup>
                                    </m:e>
                                  </m:d>
                                </m:e>
                              </m:nary>
                              <m:r>
                                <a:rPr lang="en-US" altLang="zh-CN" sz="14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sSub>
                                <m:sSubPr>
                                  <m:ctrlPr>
                                    <a:rPr lang="en-US" altLang="zh-CN" sz="14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nary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nary>
                    </m:oMath>
                    <m:oMath xmlns:m="http://schemas.openxmlformats.org/officeDocument/2006/math">
                      <m:r>
                        <a:rPr lang="en-US" altLang="zh-CN" sz="1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en-US" altLang="zh-C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supHide m:val="on"/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p>
                                <m:sSupPr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p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sub>
                            <m:sup/>
                            <m:e>
                              <m:nary>
                                <m:naryPr>
                                  <m:supHide m:val="on"/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sSub>
                                    <m:sSubPr>
                                      <m:ctrlPr>
                                        <a:rPr lang="en-US" altLang="zh-CN" sz="1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i="1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en-US" altLang="zh-CN" sz="1400" b="0" i="1" smtClean="0"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</m:sub>
                                  </m:sSub>
                                </m:sub>
                                <m:sup/>
                                <m:e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en-US" altLang="zh-CN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14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sz="1400" b="1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1400" b="1" i="1">
                                                  <a:latin typeface="Cambria Math" panose="02040503050406030204" pitchFamily="18" charset="0"/>
                                                </a:rPr>
                                                <m:t>𝒑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1400" b="1" i="1">
                                                  <a:latin typeface="Cambria Math" panose="02040503050406030204" pitchFamily="18" charset="0"/>
                                                </a:rPr>
                                                <m:t>𝟐</m:t>
                                              </m:r>
                                            </m:sub>
                                          </m:sSub>
                                          <m:r>
                                            <a:rPr lang="en-US" altLang="zh-CN" sz="1400" b="1" i="1">
                                              <a:latin typeface="Cambria Math" panose="02040503050406030204" pitchFamily="18" charset="0"/>
                                            </a:rPr>
                                            <m:t>→</m:t>
                                          </m:r>
                                          <m:r>
                                            <a:rPr lang="en-US" altLang="zh-CN" sz="1400" b="1" i="1"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latin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</m:sub>
                                      </m:sSub>
                                      <m:r>
                                        <a:rPr lang="en-US" altLang="zh-CN" sz="1400" i="1"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4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latin typeface="Cambria Math" panose="02040503050406030204" pitchFamily="18" charset="0"/>
                                            </a:rPr>
                                            <m:t>𝟎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altLang="zh-CN" sz="14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r>
                                    <a:rPr lang="en-US" altLang="zh-CN" sz="14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sub>
                                  </m:sSub>
                                  <m:r>
                                    <a:rPr lang="en-US" altLang="zh-CN" sz="14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  <m:r>
                                    <a:rPr lang="en-US" altLang="zh-CN" sz="14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  <m:r>
                                    <a:rPr lang="en-US" altLang="zh-CN" sz="14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  <m:r>
                                    <a:rPr lang="en-US" altLang="zh-CN" sz="14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𝟒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bSup>
                                      <m: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</m:sub>
                                      </m:sSub>
                                      <m: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</m:sub>
                                      </m:sSub>
                                    </m:e>
                                  </m:d>
                                  <m:sSub>
                                    <m:sSubPr>
                                      <m:ctrlPr>
                                        <a:rPr lang="en-US" altLang="zh-CN" sz="1400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en-US" altLang="zh-CN" sz="1400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altLang="zh-CN" sz="1400" b="1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altLang="zh-CN" sz="1400" b="1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1400" b="1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𝟒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1400" b="1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bSup>
                                      <m:r>
                                        <a:rPr lang="en-US" altLang="zh-CN" sz="1400" b="1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400" b="1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CN" sz="14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  <m:d>
                                    <m:dPr>
                                      <m:ctrlP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𝟒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bSup>
                                      <m: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↔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CN" sz="14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CN" sz="1400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unc>
                                        <m:funcPr>
                                          <m:ctrlPr>
                                            <a:rPr lang="en-US" altLang="zh-CN" sz="1400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funcPr>
                                        <m:fNam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CN" sz="1400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cos</m:t>
                                          </m:r>
                                        </m:fName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sz="1400" i="1">
                                                  <a:solidFill>
                                                    <a:schemeClr val="accent2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1400" i="1">
                                                  <a:solidFill>
                                                    <a:schemeClr val="accent2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𝜃</m:t>
                                              </m:r>
                                            </m:e>
                                            <m:sub>
                                              <m:sSub>
                                                <m:sSubPr>
                                                  <m:ctrlPr>
                                                    <a:rPr lang="en-US" altLang="zh-CN" sz="1400" i="1">
                                                      <a:solidFill>
                                                        <a:schemeClr val="accent2">
                                                          <a:lumMod val="75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zh-CN" sz="1400" i="1">
                                                      <a:solidFill>
                                                        <a:schemeClr val="accent2">
                                                          <a:lumMod val="75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zh-CN" sz="1400" i="1">
                                                      <a:solidFill>
                                                        <a:schemeClr val="accent2">
                                                          <a:lumMod val="75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3</m:t>
                                                  </m:r>
                                                </m:sub>
                                              </m:sSub>
                                            </m:sub>
                                          </m:sSub>
                                        </m:e>
                                      </m:func>
                                    </m:e>
                                  </m:d>
                                  <m:r>
                                    <a:rPr lang="en-US" altLang="zh-CN" sz="14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CN" sz="1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unc>
                                        <m:funcPr>
                                          <m:ctrlPr>
                                            <a:rPr lang="en-US" altLang="zh-CN" sz="1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funcPr>
                                        <m:fNam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CN" sz="140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cos</m:t>
                                          </m:r>
                                        </m:fName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sz="14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14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𝜃</m:t>
                                              </m:r>
                                            </m:e>
                                            <m:sub>
                                              <m:sSub>
                                                <m:sSubPr>
                                                  <m:ctrlPr>
                                                    <a:rPr lang="en-US" altLang="zh-CN" sz="1400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zh-CN" sz="1400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zh-CN" sz="1400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2</m:t>
                                                  </m:r>
                                                </m:sub>
                                              </m:sSub>
                                            </m:sub>
                                          </m:sSub>
                                        </m:e>
                                      </m:func>
                                    </m:e>
                                  </m:d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altLang="zh-CN" sz="14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sSub>
                                    <m:sSubPr>
                                      <m:ctrlPr>
                                        <a:rPr lang="en-US" altLang="zh-CN" sz="1400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en-US" altLang="zh-CN" sz="1400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altLang="zh-CN" sz="1400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𝟒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bSup>
                                    </m:e>
                                  </m:d>
                                </m:e>
                              </m:nary>
                              <m:r>
                                <a:rPr lang="en-US" altLang="zh-CN" sz="14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sSub>
                                <m:sSubPr>
                                  <m:ctrlPr>
                                    <a:rPr lang="en-US" altLang="zh-CN" sz="14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𝑝𝑑𝑓</m:t>
                          </m:r>
                          <m:d>
                            <m:dPr>
                              <m:ctrlPr>
                                <a:rPr lang="en-US" altLang="zh-CN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  <m:oMath xmlns:m="http://schemas.openxmlformats.org/officeDocument/2006/math">
                      <m:r>
                        <a:rPr lang="en-US" altLang="zh-CN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en-US" altLang="zh-CN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supHide m:val="on"/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sub>
                              </m:sSub>
                            </m:sub>
                            <m:sup/>
                            <m:e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4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14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latin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</m:sub>
                                      </m:sSub>
                                      <m:r>
                                        <a:rPr lang="en-US" altLang="zh-CN" sz="1400" b="1" i="1"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r>
                                        <a:rPr lang="en-US" altLang="zh-CN" sz="1400" b="1" i="1"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altLang="zh-CN" sz="14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>
                                          <a:latin typeface="Cambria Math" panose="02040503050406030204" pitchFamily="18" charset="0"/>
                                        </a:rPr>
                                        <m:t>𝟎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1400" b="1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14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altLang="zh-CN" sz="14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sub>
                                  </m:sSub>
                                  <m:r>
                                    <a:rPr lang="en-US" altLang="zh-CN" sz="14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  <m:r>
                                    <a:rPr lang="en-US" altLang="zh-CN" sz="14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1400" i="1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altLang="zh-CN" sz="14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𝟒</m:t>
                                      </m:r>
                                    </m:sub>
                                    <m:sup>
                                      <m: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bSup>
                                  <m:r>
                                    <a:rPr lang="en-US" altLang="zh-CN" sz="14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sub>
                                  </m:sSub>
                                  <m:r>
                                    <a:rPr lang="en-US" altLang="zh-CN" sz="14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</m:e>
                              </m:d>
                              <m:sSub>
                                <m:sSubPr>
                                  <m:ctrlPr>
                                    <a:rPr lang="en-US" altLang="zh-CN" sz="14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sz="1400" b="1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altLang="zh-CN" sz="1400" b="1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1400" b="1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𝟒</m:t>
                                      </m:r>
                                    </m:sub>
                                    <m:sup>
                                      <m:r>
                                        <a:rPr lang="en-US" altLang="zh-CN" sz="1400" b="1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bSup>
                                  <m:r>
                                    <a:rPr lang="en-US" altLang="zh-CN" sz="1400" b="1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altLang="zh-CN" sz="1400" b="1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1400" i="1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  <m:d>
                                <m:dPr>
                                  <m:ctrlPr>
                                    <a:rPr lang="en-US" altLang="zh-CN" sz="14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𝟒</m:t>
                                      </m:r>
                                    </m:sub>
                                    <m:sup>
                                      <m: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bSup>
                                  <m:r>
                                    <a:rPr lang="en-US" altLang="zh-CN" sz="14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↔</m:t>
                                  </m:r>
                                  <m:sSub>
                                    <m:sSubPr>
                                      <m:ctrlP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𝟑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1400" i="1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CN" sz="14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en-US" altLang="zh-CN" sz="1400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altLang="zh-CN" sz="140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cos</m:t>
                                      </m:r>
                                    </m:fName>
                                    <m:e>
                                      <m:sSub>
                                        <m:sSubPr>
                                          <m:ctrlPr>
                                            <a:rPr lang="en-US" altLang="zh-CN" sz="1400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  <m:sub>
                                          <m:sSub>
                                            <m:sSubPr>
                                              <m:ctrlPr>
                                                <a:rPr lang="en-US" altLang="zh-CN" sz="1400" i="1">
                                                  <a:solidFill>
                                                    <a:schemeClr val="accent2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1400" i="1">
                                                  <a:solidFill>
                                                    <a:schemeClr val="accent2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1400" i="1">
                                                  <a:solidFill>
                                                    <a:schemeClr val="accent2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3</m:t>
                                              </m:r>
                                            </m:sub>
                                          </m:sSub>
                                        </m:sub>
                                      </m:sSub>
                                    </m:e>
                                  </m:func>
                                </m:e>
                              </m:d>
                              <m:r>
                                <a:rPr lang="en-US" altLang="zh-CN" sz="1400" i="1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en-US" altLang="zh-CN" sz="1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altLang="zh-CN" sz="140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cos</m:t>
                                      </m:r>
                                    </m:fName>
                                    <m:e>
                                      <m:sSub>
                                        <m:sSubPr>
                                          <m:ctrlPr>
                                            <a:rPr lang="en-US" altLang="zh-CN" sz="1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  <m:sub>
                                          <m:sSub>
                                            <m:sSubPr>
                                              <m:ctrlPr>
                                                <a:rPr lang="en-US" altLang="zh-CN" sz="14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14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14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</m:sub>
                                      </m:sSub>
                                    </m:e>
                                  </m:func>
                                </m:e>
                              </m:d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1400" i="1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sSub>
                                <m:sSubPr>
                                  <m:ctrlPr>
                                    <a:rPr lang="en-US" altLang="zh-CN" sz="14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sz="14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𝟒</m:t>
                                      </m:r>
                                    </m:sub>
                                    <m:sup>
                                      <m: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</m:nary>
                        </m:num>
                        <m:den>
                          <m:r>
                            <a:rPr lang="en-US" altLang="zh-CN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𝑝𝑑𝑓</m:t>
                          </m:r>
                          <m:d>
                            <m:d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𝑝𝑑𝑓</m:t>
                          </m:r>
                          <m:d>
                            <m:d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  <m:oMath xmlns:m="http://schemas.openxmlformats.org/officeDocument/2006/math">
                      <m:r>
                        <a:rPr lang="en-US" altLang="zh-CN" sz="14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supHide m:val="on"/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sub>
                              </m:sSub>
                            </m:sub>
                            <m:sup/>
                            <m:e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4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14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latin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</m:sub>
                                      </m:sSub>
                                      <m:r>
                                        <a:rPr lang="en-US" altLang="zh-CN" sz="1400" b="1" i="1"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r>
                                        <a:rPr lang="en-US" altLang="zh-CN" sz="1400" b="1" i="1"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altLang="zh-CN" sz="14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>
                                          <a:latin typeface="Cambria Math" panose="02040503050406030204" pitchFamily="18" charset="0"/>
                                        </a:rPr>
                                        <m:t>𝟎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1400" b="1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14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altLang="zh-CN" sz="14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sub>
                                  </m:sSub>
                                  <m:r>
                                    <a:rPr lang="en-US" altLang="zh-CN" sz="14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  <m:r>
                                    <a:rPr lang="en-US" altLang="zh-CN" sz="14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1400" i="1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altLang="zh-CN" sz="14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𝟒</m:t>
                                      </m:r>
                                    </m:sub>
                                    <m:sup>
                                      <m: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bSup>
                                  <m:r>
                                    <a:rPr lang="en-US" altLang="zh-CN" sz="14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sub>
                                  </m:sSub>
                                  <m:r>
                                    <a:rPr lang="en-US" altLang="zh-CN" sz="14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</m:e>
                              </m:d>
                              <m:sSub>
                                <m:sSubPr>
                                  <m:ctrlPr>
                                    <a:rPr lang="en-US" altLang="zh-CN" sz="14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sz="1400" b="1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altLang="zh-CN" sz="1400" b="1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1400" b="1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𝟒</m:t>
                                      </m:r>
                                    </m:sub>
                                    <m:sup>
                                      <m:r>
                                        <a:rPr lang="en-US" altLang="zh-CN" sz="1400" b="1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bSup>
                                  <m:r>
                                    <a:rPr lang="en-US" altLang="zh-CN" sz="1400" b="1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altLang="zh-CN" sz="1400" b="1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1400" b="0" i="1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  <m:d>
                                <m:dPr>
                                  <m:ctrlPr>
                                    <a:rPr lang="en-US" altLang="zh-CN" sz="14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𝟒</m:t>
                                      </m:r>
                                    </m:sub>
                                    <m:sup>
                                      <m: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bSup>
                                  <m:r>
                                    <a:rPr lang="en-US" altLang="zh-CN" sz="14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↔</m:t>
                                  </m:r>
                                  <m:sSub>
                                    <m:sSubPr>
                                      <m:ctrlP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𝟑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1400" b="0" i="1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CN" sz="1400" b="0" i="1" smtClean="0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en-US" altLang="zh-CN" sz="1400" b="0" i="1" smtClean="0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altLang="zh-CN" sz="1400" b="0" i="0" smtClean="0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cos</m:t>
                                      </m:r>
                                    </m:fName>
                                    <m:e>
                                      <m:sSubSup>
                                        <m:sSubSupPr>
                                          <m:ctrlPr>
                                            <a:rPr lang="en-US" altLang="zh-CN" sz="1400" b="0" i="1" smtClean="0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1400" b="0" i="1" smtClean="0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  <m:sub>
                                          <m:sSub>
                                            <m:sSubPr>
                                              <m:ctrlPr>
                                                <a:rPr lang="en-US" altLang="zh-CN" sz="1400" b="0" i="1" smtClean="0">
                                                  <a:solidFill>
                                                    <a:schemeClr val="accent6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1400" b="0" i="1" smtClean="0">
                                                  <a:solidFill>
                                                    <a:schemeClr val="accent6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1400" b="0" i="1" smtClean="0">
                                                  <a:solidFill>
                                                    <a:schemeClr val="accent6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4</m:t>
                                              </m:r>
                                            </m:sub>
                                          </m:sSub>
                                        </m:sub>
                                        <m:sup>
                                          <m:r>
                                            <a:rPr lang="en-US" altLang="zh-CN" sz="1400" b="0" i="1" smtClean="0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bSup>
                                    </m:e>
                                  </m:func>
                                </m:e>
                              </m:d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CN" sz="1400" i="1" dirty="0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400" i="1" dirty="0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𝑑𝑒𝑡</m:t>
                                  </m:r>
                                  <m:d>
                                    <m:dPr>
                                      <m:ctrlPr>
                                        <a:rPr lang="en-US" altLang="zh-CN" sz="1400" i="1" dirty="0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altLang="zh-CN" sz="1400" i="1" dirty="0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altLang="zh-CN" sz="1400" i="1" dirty="0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  <m:sSubSup>
                                            <m:sSubSupPr>
                                              <m:ctrlPr>
                                                <a:rPr lang="en-US" altLang="zh-CN" sz="1400" b="0" i="1" dirty="0" smtClean="0">
                                                  <a:solidFill>
                                                    <a:schemeClr val="accent6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altLang="zh-CN" sz="1400" i="1" dirty="0">
                                                  <a:solidFill>
                                                    <a:schemeClr val="accent6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𝜔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1400" b="0" i="1" dirty="0" smtClean="0">
                                                  <a:solidFill>
                                                    <a:schemeClr val="accent6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4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altLang="zh-CN" sz="1400" b="0" i="1" dirty="0" smtClean="0">
                                                  <a:solidFill>
                                                    <a:schemeClr val="accent6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′</m:t>
                                              </m:r>
                                            </m:sup>
                                          </m:sSubSup>
                                        </m:num>
                                        <m:den>
                                          <m:r>
                                            <a:rPr lang="en-US" altLang="zh-CN" sz="1400" i="1" dirty="0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𝑑𝐴</m:t>
                                          </m:r>
                                          <m:d>
                                            <m:dPr>
                                              <m:ctrlPr>
                                                <a:rPr lang="en-US" altLang="zh-CN" sz="1400" i="1" dirty="0">
                                                  <a:solidFill>
                                                    <a:schemeClr val="accent6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Sup>
                                                <m:sSubSupPr>
                                                  <m:ctrlPr>
                                                    <a:rPr lang="en-US" altLang="zh-CN" sz="1400" b="1" i="1" dirty="0" smtClean="0">
                                                      <a:solidFill>
                                                        <a:schemeClr val="accent6">
                                                          <a:lumMod val="50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SupPr>
                                                <m:e>
                                                  <m:r>
                                                    <a:rPr lang="en-US" altLang="zh-CN" sz="1400" b="1" i="1" dirty="0" smtClean="0">
                                                      <a:solidFill>
                                                        <a:schemeClr val="accent6">
                                                          <a:lumMod val="50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𝒑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zh-CN" sz="1400" b="1" i="1" dirty="0" smtClean="0">
                                                      <a:solidFill>
                                                        <a:schemeClr val="accent6">
                                                          <a:lumMod val="50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𝟒</m:t>
                                                  </m:r>
                                                </m:sub>
                                                <m:sup>
                                                  <m:r>
                                                    <a:rPr lang="en-US" altLang="zh-CN" sz="1400" b="1" i="1" dirty="0" smtClean="0">
                                                      <a:solidFill>
                                                        <a:schemeClr val="accent6">
                                                          <a:lumMod val="50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′</m:t>
                                                  </m:r>
                                                </m:sup>
                                              </m:sSubSup>
                                            </m:e>
                                          </m:d>
                                        </m:den>
                                      </m:f>
                                    </m:e>
                                  </m:d>
                                </m:e>
                              </m:d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CN" sz="14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en-US" altLang="zh-CN" sz="1400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altLang="zh-CN" sz="140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cos</m:t>
                                      </m:r>
                                    </m:fName>
                                    <m:e>
                                      <m:sSub>
                                        <m:sSubPr>
                                          <m:ctrlPr>
                                            <a:rPr lang="en-US" altLang="zh-CN" sz="1400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  <m:sub>
                                          <m:sSub>
                                            <m:sSubPr>
                                              <m:ctrlPr>
                                                <a:rPr lang="en-US" altLang="zh-CN" sz="1400" i="1">
                                                  <a:solidFill>
                                                    <a:schemeClr val="accent2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1400" i="1">
                                                  <a:solidFill>
                                                    <a:schemeClr val="accent2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1400" i="1">
                                                  <a:solidFill>
                                                    <a:schemeClr val="accent2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3</m:t>
                                              </m:r>
                                            </m:sub>
                                          </m:sSub>
                                        </m:sub>
                                      </m:sSub>
                                    </m:e>
                                  </m:func>
                                </m:e>
                              </m:d>
                              <m:r>
                                <a:rPr lang="en-US" altLang="zh-CN" sz="1400" i="1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en-US" altLang="zh-CN" sz="1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altLang="zh-CN" sz="140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cos</m:t>
                                      </m:r>
                                    </m:fName>
                                    <m:e>
                                      <m:sSub>
                                        <m:sSubPr>
                                          <m:ctrlPr>
                                            <a:rPr lang="en-US" altLang="zh-CN" sz="1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  <m:sub>
                                          <m:sSub>
                                            <m:sSubPr>
                                              <m:ctrlPr>
                                                <a:rPr lang="en-US" altLang="zh-CN" sz="14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14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14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</m:sub>
                                      </m:sSub>
                                    </m:e>
                                  </m:func>
                                </m:e>
                              </m:d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1400" i="1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sSub>
                                <m:sSubPr>
                                  <m:ctrlPr>
                                    <a:rPr lang="en-US" altLang="zh-CN" sz="14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sz="14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𝟒</m:t>
                                      </m:r>
                                    </m:sub>
                                    <m:sup>
                                      <m: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</m:nary>
                        </m:num>
                        <m:den>
                          <m:r>
                            <a:rPr lang="en-US" altLang="zh-CN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𝑝𝑑𝑓</m:t>
                          </m:r>
                          <m:d>
                            <m:d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𝑝𝑑𝑓</m:t>
                          </m:r>
                          <m:d>
                            <m:d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  <m:oMath xmlns:m="http://schemas.openxmlformats.org/officeDocument/2006/math">
                      <m:r>
                        <a:rPr lang="en-US" altLang="zh-CN" sz="14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supHide m:val="on"/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bSup>
                                <m:sSubSupPr>
                                  <m:ctrlPr>
                                    <a:rPr lang="en-US" altLang="zh-CN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1400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sub>
                                <m:sup>
                                  <m:r>
                                    <a:rPr lang="en-US" altLang="zh-CN" sz="1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sub>
                            <m:sup/>
                            <m:e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4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14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latin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</m:sub>
                                      </m:sSub>
                                      <m:r>
                                        <a:rPr lang="en-US" altLang="zh-CN" sz="1400" b="1" i="1"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r>
                                        <a:rPr lang="en-US" altLang="zh-CN" sz="1400" b="1" i="1"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altLang="zh-CN" sz="14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>
                                          <a:latin typeface="Cambria Math" panose="02040503050406030204" pitchFamily="18" charset="0"/>
                                        </a:rPr>
                                        <m:t>𝟎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1400" b="1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14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altLang="zh-CN" sz="14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sub>
                                  </m:sSub>
                                  <m:r>
                                    <a:rPr lang="en-US" altLang="zh-CN" sz="14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  <m:r>
                                    <a:rPr lang="en-US" altLang="zh-CN" sz="14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1400" i="1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altLang="zh-CN" sz="14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𝟒</m:t>
                                      </m:r>
                                    </m:sub>
                                    <m:sup>
                                      <m: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bSup>
                                  <m:r>
                                    <a:rPr lang="en-US" altLang="zh-CN" sz="14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sub>
                                  </m:sSub>
                                  <m:r>
                                    <a:rPr lang="en-US" altLang="zh-CN" sz="14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</m:e>
                              </m:d>
                              <m:sSub>
                                <m:sSubPr>
                                  <m:ctrlPr>
                                    <a:rPr lang="en-US" altLang="zh-CN" sz="14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sz="1400" b="1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altLang="zh-CN" sz="1400" b="1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1400" b="1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𝟒</m:t>
                                      </m:r>
                                    </m:sub>
                                    <m:sup>
                                      <m:r>
                                        <a:rPr lang="en-US" altLang="zh-CN" sz="1400" b="1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bSup>
                                  <m:r>
                                    <a:rPr lang="en-US" altLang="zh-CN" sz="1400" b="1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altLang="zh-CN" sz="1400" b="1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1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1400" b="0" i="1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  <m:d>
                                <m:dPr>
                                  <m:ctrlPr>
                                    <a:rPr lang="en-US" altLang="zh-CN" sz="1400" b="0" i="1" smtClean="0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𝟒</m:t>
                                      </m:r>
                                    </m:sub>
                                    <m:sup>
                                      <m: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bSup>
                                  <m:r>
                                    <a:rPr lang="en-US" altLang="zh-CN" sz="14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↔</m:t>
                                  </m:r>
                                  <m:sSub>
                                    <m:sSubPr>
                                      <m:ctrlP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𝟑</m:t>
                                      </m:r>
                                    </m:sub>
                                  </m:sSub>
                                </m:e>
                              </m:d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CN" sz="1400" b="0" i="1" smtClean="0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en-US" altLang="zh-CN" sz="1400" b="0" i="1" smtClean="0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altLang="zh-CN" sz="1400" b="0" i="0" smtClean="0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cos</m:t>
                                      </m:r>
                                    </m:fName>
                                    <m:e>
                                      <m:sSubSup>
                                        <m:sSubSupPr>
                                          <m:ctrlPr>
                                            <a:rPr lang="en-US" altLang="zh-CN" sz="1400" b="0" i="1" smtClean="0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1400" b="0" i="1" smtClean="0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  <m:sub>
                                          <m:sSub>
                                            <m:sSubPr>
                                              <m:ctrlPr>
                                                <a:rPr lang="en-US" altLang="zh-CN" sz="1400" b="0" i="1" smtClean="0">
                                                  <a:solidFill>
                                                    <a:schemeClr val="accent6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1400" b="0" i="1" smtClean="0">
                                                  <a:solidFill>
                                                    <a:schemeClr val="accent6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1400" b="0" i="1" smtClean="0">
                                                  <a:solidFill>
                                                    <a:schemeClr val="accent6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4</m:t>
                                              </m:r>
                                            </m:sub>
                                          </m:sSub>
                                        </m:sub>
                                        <m:sup>
                                          <m:r>
                                            <a:rPr lang="en-US" altLang="zh-CN" sz="1400" b="0" i="1" smtClean="0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bSup>
                                    </m:e>
                                  </m:func>
                                </m:e>
                              </m:d>
                              <m:r>
                                <a:rPr lang="en-US" altLang="zh-CN" sz="1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CN" sz="14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en-US" altLang="zh-CN" sz="1400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altLang="zh-CN" sz="140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cos</m:t>
                                      </m:r>
                                    </m:fName>
                                    <m:e>
                                      <m:sSub>
                                        <m:sSubPr>
                                          <m:ctrlPr>
                                            <a:rPr lang="en-US" altLang="zh-CN" sz="1400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  <m:sub>
                                          <m:sSub>
                                            <m:sSubPr>
                                              <m:ctrlPr>
                                                <a:rPr lang="en-US" altLang="zh-CN" sz="1400" i="1">
                                                  <a:solidFill>
                                                    <a:schemeClr val="accent2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1400" i="1">
                                                  <a:solidFill>
                                                    <a:schemeClr val="accent2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1400" i="1">
                                                  <a:solidFill>
                                                    <a:schemeClr val="accent2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3</m:t>
                                              </m:r>
                                            </m:sub>
                                          </m:sSub>
                                        </m:sub>
                                      </m:sSub>
                                    </m:e>
                                  </m:func>
                                </m:e>
                              </m:d>
                              <m:r>
                                <a:rPr lang="en-US" altLang="zh-CN" sz="1400" i="1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en-US" altLang="zh-CN" sz="1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altLang="zh-CN" sz="140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cos</m:t>
                                      </m:r>
                                    </m:fName>
                                    <m:e>
                                      <m:sSub>
                                        <m:sSubPr>
                                          <m:ctrlPr>
                                            <a:rPr lang="en-US" altLang="zh-CN" sz="1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  <m:sub>
                                          <m:sSub>
                                            <m:sSubPr>
                                              <m:ctrlPr>
                                                <a:rPr lang="en-US" altLang="zh-CN" sz="14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14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14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</m:sub>
                                      </m:sSub>
                                    </m:e>
                                  </m:func>
                                </m:e>
                              </m:d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1400" i="1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sSubSup>
                                <m:sSubSupPr>
                                  <m:ctrlPr>
                                    <a:rPr lang="en-US" altLang="zh-CN" sz="1400" i="1" smtClean="0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1400" i="1" smtClean="0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sz="1400" b="0" i="1" smtClean="0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  <m:sup>
                                  <m:r>
                                    <a:rPr lang="en-US" altLang="zh-CN" sz="1400" b="0" i="1" smtClean="0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</m:e>
                          </m:nary>
                        </m:num>
                        <m:den>
                          <m:r>
                            <a:rPr lang="en-US" altLang="zh-CN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𝑝𝑑𝑓</m:t>
                          </m:r>
                          <m:d>
                            <m:d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𝑝𝑑𝑓</m:t>
                          </m:r>
                          <m:d>
                            <m:d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en-US" altLang="zh-CN" sz="1400" dirty="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C9B6644D-1C6D-3FAF-D903-7EA5750A4B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888" y="2194638"/>
                <a:ext cx="11613384" cy="3989425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24A875CE-C423-48B3-F680-9AADC837F250}"/>
                  </a:ext>
                </a:extLst>
              </p:cNvPr>
              <p:cNvSpPr txBox="1"/>
              <p:nvPr/>
            </p:nvSpPr>
            <p:spPr>
              <a:xfrm>
                <a:off x="8806867" y="875100"/>
                <a:ext cx="46181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064F683B-535F-B37C-2475-76FA5A949E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06867" y="875100"/>
                <a:ext cx="461814" cy="369332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803BD67D-205C-6DA7-B12A-8916BB4D0AED}"/>
                  </a:ext>
                </a:extLst>
              </p:cNvPr>
              <p:cNvSpPr txBox="1"/>
              <p:nvPr/>
            </p:nvSpPr>
            <p:spPr>
              <a:xfrm>
                <a:off x="9449062" y="1128146"/>
                <a:ext cx="46181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F9654132-5051-9474-2828-1723D3B967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49062" y="1128146"/>
                <a:ext cx="461814" cy="369332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3B1F668D-3FD4-AFCD-90F3-960184BEC91E}"/>
                  </a:ext>
                </a:extLst>
              </p:cNvPr>
              <p:cNvSpPr txBox="1"/>
              <p:nvPr/>
            </p:nvSpPr>
            <p:spPr>
              <a:xfrm>
                <a:off x="8763598" y="378295"/>
                <a:ext cx="46181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3B1F668D-3FD4-AFCD-90F3-960184BEC9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63598" y="378295"/>
                <a:ext cx="461814" cy="369332"/>
              </a:xfrm>
              <a:prstGeom prst="rect">
                <a:avLst/>
              </a:prstGeom>
              <a:blipFill>
                <a:blip r:embed="rId29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1CE287F6-3ABD-0EFD-7EE7-3075348059BC}"/>
                  </a:ext>
                </a:extLst>
              </p:cNvPr>
              <p:cNvSpPr txBox="1"/>
              <p:nvPr/>
            </p:nvSpPr>
            <p:spPr>
              <a:xfrm>
                <a:off x="9595284" y="550483"/>
                <a:ext cx="461814" cy="3781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1CE287F6-3ABD-0EFD-7EE7-3075348059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95284" y="550483"/>
                <a:ext cx="461814" cy="378180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395297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8B4AC7-0CA5-3962-B21D-47239C2714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35D315DB-1B05-515E-09A9-AC3E2601AE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1440" y="-159452"/>
            <a:ext cx="3213095" cy="2157364"/>
          </a:xfrm>
          <a:prstGeom prst="rect">
            <a:avLst/>
          </a:prstGeom>
        </p:spPr>
      </p:pic>
      <p:sp>
        <p:nvSpPr>
          <p:cNvPr id="3" name="标题 2">
            <a:extLst>
              <a:ext uri="{FF2B5EF4-FFF2-40B4-BE49-F238E27FC236}">
                <a16:creationId xmlns:a16="http://schemas.microsoft.com/office/drawing/2014/main" id="{388BFC82-6513-B171-A053-5B3DC67BF74D}"/>
              </a:ext>
            </a:extLst>
          </p:cNvPr>
          <p:cNvSpPr>
            <a:spLocks noGrp="1"/>
          </p:cNvSpPr>
          <p:nvPr>
            <p:ph type="title" idx="1"/>
          </p:nvPr>
        </p:nvSpPr>
        <p:spPr/>
        <p:txBody>
          <a:bodyPr/>
          <a:lstStyle/>
          <a:p>
            <a:r>
              <a:rPr lang="zh-CN" altLang="en-US" dirty="0"/>
              <a:t>应用多重重要性采样</a:t>
            </a: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BEFD5692-CE71-BD46-1A6C-5A524FB9EB96}"/>
              </a:ext>
            </a:extLst>
          </p:cNvPr>
          <p:cNvGrpSpPr/>
          <p:nvPr/>
        </p:nvGrpSpPr>
        <p:grpSpPr>
          <a:xfrm>
            <a:off x="7204799" y="23501"/>
            <a:ext cx="4884695" cy="2239214"/>
            <a:chOff x="5222744" y="3751106"/>
            <a:chExt cx="5902730" cy="2705896"/>
          </a:xfrm>
        </p:grpSpPr>
        <p:cxnSp>
          <p:nvCxnSpPr>
            <p:cNvPr id="5" name="直接连接符 4">
              <a:extLst>
                <a:ext uri="{FF2B5EF4-FFF2-40B4-BE49-F238E27FC236}">
                  <a16:creationId xmlns:a16="http://schemas.microsoft.com/office/drawing/2014/main" id="{1F582FFE-882F-07D2-6844-6B657AE3242D}"/>
                </a:ext>
              </a:extLst>
            </p:cNvPr>
            <p:cNvCxnSpPr/>
            <p:nvPr/>
          </p:nvCxnSpPr>
          <p:spPr>
            <a:xfrm>
              <a:off x="6392374" y="4489253"/>
              <a:ext cx="776037" cy="306805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F893E7CD-5BF3-2368-9531-581029E6416C}"/>
                </a:ext>
              </a:extLst>
            </p:cNvPr>
            <p:cNvCxnSpPr/>
            <p:nvPr/>
          </p:nvCxnSpPr>
          <p:spPr>
            <a:xfrm>
              <a:off x="7168411" y="4796058"/>
              <a:ext cx="776037" cy="306805"/>
            </a:xfrm>
            <a:prstGeom prst="line">
              <a:avLst/>
            </a:prstGeom>
            <a:ln w="38100"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973AAECA-EFD5-32B9-2D38-DD094593EC0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68411" y="4542463"/>
              <a:ext cx="774162" cy="253594"/>
            </a:xfrm>
            <a:prstGeom prst="line">
              <a:avLst/>
            </a:prstGeom>
            <a:ln w="38100">
              <a:solidFill>
                <a:srgbClr val="FFC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D34FB61A-E999-C735-4FDB-B5BE39D520A2}"/>
                </a:ext>
              </a:extLst>
            </p:cNvPr>
            <p:cNvCxnSpPr/>
            <p:nvPr/>
          </p:nvCxnSpPr>
          <p:spPr>
            <a:xfrm>
              <a:off x="7944448" y="5102863"/>
              <a:ext cx="776037" cy="306805"/>
            </a:xfrm>
            <a:prstGeom prst="line">
              <a:avLst/>
            </a:prstGeom>
            <a:ln w="38100"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A658AC37-01ED-4981-320A-6FE78520784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44448" y="4849267"/>
              <a:ext cx="776037" cy="253596"/>
            </a:xfrm>
            <a:prstGeom prst="line">
              <a:avLst/>
            </a:prstGeom>
            <a:ln w="38100">
              <a:solidFill>
                <a:srgbClr val="FFC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80C92E4D-5DBD-75D7-A4CC-90F5755B5E23}"/>
                </a:ext>
              </a:extLst>
            </p:cNvPr>
            <p:cNvCxnSpPr/>
            <p:nvPr/>
          </p:nvCxnSpPr>
          <p:spPr>
            <a:xfrm>
              <a:off x="8720485" y="5409668"/>
              <a:ext cx="776037" cy="306805"/>
            </a:xfrm>
            <a:prstGeom prst="line">
              <a:avLst/>
            </a:prstGeom>
            <a:ln w="38100"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E967DF3F-065A-7F5D-119F-01E8B15BE01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20485" y="5156072"/>
              <a:ext cx="776037" cy="253596"/>
            </a:xfrm>
            <a:prstGeom prst="line">
              <a:avLst/>
            </a:prstGeom>
            <a:ln w="38100">
              <a:solidFill>
                <a:srgbClr val="FFC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29B1AF21-3CF8-FE4C-CA96-3D80337050E1}"/>
                </a:ext>
              </a:extLst>
            </p:cNvPr>
            <p:cNvCxnSpPr/>
            <p:nvPr/>
          </p:nvCxnSpPr>
          <p:spPr>
            <a:xfrm>
              <a:off x="9496522" y="5711457"/>
              <a:ext cx="776037" cy="306805"/>
            </a:xfrm>
            <a:prstGeom prst="line">
              <a:avLst/>
            </a:prstGeom>
            <a:ln w="38100"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45BFD0A3-9B67-620C-8378-83E5E628940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96522" y="5457861"/>
              <a:ext cx="776037" cy="253596"/>
            </a:xfrm>
            <a:prstGeom prst="line">
              <a:avLst/>
            </a:prstGeom>
            <a:ln w="38100">
              <a:solidFill>
                <a:srgbClr val="FFC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9A3B7A73-D404-4CF8-0DC8-330B6822DFB6}"/>
                    </a:ext>
                  </a:extLst>
                </p:cNvPr>
                <p:cNvSpPr txBox="1"/>
                <p:nvPr/>
              </p:nvSpPr>
              <p:spPr>
                <a:xfrm>
                  <a:off x="5943300" y="4255629"/>
                  <a:ext cx="55806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4EC0AFC5-A53C-7175-EE94-FD6FE105C9E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43300" y="4255629"/>
                  <a:ext cx="558062" cy="369332"/>
                </a:xfrm>
                <a:prstGeom prst="rect">
                  <a:avLst/>
                </a:prstGeom>
                <a:blipFill>
                  <a:blip r:embed="rId10"/>
                  <a:stretch>
                    <a:fillRect b="-819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文本框 27">
                  <a:extLst>
                    <a:ext uri="{FF2B5EF4-FFF2-40B4-BE49-F238E27FC236}">
                      <a16:creationId xmlns:a16="http://schemas.microsoft.com/office/drawing/2014/main" id="{D0225893-B611-5E79-BD0C-E1DBE8AACB86}"/>
                    </a:ext>
                  </a:extLst>
                </p:cNvPr>
                <p:cNvSpPr txBox="1"/>
                <p:nvPr/>
              </p:nvSpPr>
              <p:spPr>
                <a:xfrm>
                  <a:off x="6795472" y="4733531"/>
                  <a:ext cx="55806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8" name="文本框 27">
                  <a:extLst>
                    <a:ext uri="{FF2B5EF4-FFF2-40B4-BE49-F238E27FC236}">
                      <a16:creationId xmlns:a16="http://schemas.microsoft.com/office/drawing/2014/main" id="{F2577CEC-13DD-A5BE-A401-C8CAAE0B126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95472" y="4733531"/>
                  <a:ext cx="558062" cy="369332"/>
                </a:xfrm>
                <a:prstGeom prst="rect">
                  <a:avLst/>
                </a:prstGeom>
                <a:blipFill>
                  <a:blip r:embed="rId11"/>
                  <a:stretch>
                    <a:fillRect b="-819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文本框 28">
                  <a:extLst>
                    <a:ext uri="{FF2B5EF4-FFF2-40B4-BE49-F238E27FC236}">
                      <a16:creationId xmlns:a16="http://schemas.microsoft.com/office/drawing/2014/main" id="{A385BBBB-3260-932E-00BA-9746B973975B}"/>
                    </a:ext>
                  </a:extLst>
                </p:cNvPr>
                <p:cNvSpPr txBox="1"/>
                <p:nvPr/>
              </p:nvSpPr>
              <p:spPr>
                <a:xfrm>
                  <a:off x="7618463" y="4096381"/>
                  <a:ext cx="55806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9" name="文本框 28">
                  <a:extLst>
                    <a:ext uri="{FF2B5EF4-FFF2-40B4-BE49-F238E27FC236}">
                      <a16:creationId xmlns:a16="http://schemas.microsoft.com/office/drawing/2014/main" id="{B5CC0EBD-ED9F-46A0-8E2F-BDEAF78480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18463" y="4096381"/>
                  <a:ext cx="558062" cy="369332"/>
                </a:xfrm>
                <a:prstGeom prst="rect">
                  <a:avLst/>
                </a:prstGeom>
                <a:blipFill>
                  <a:blip r:embed="rId12"/>
                  <a:stretch>
                    <a:fillRect b="-655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448E1FF9-D495-2B71-13AB-E0FB908F33A6}"/>
                    </a:ext>
                  </a:extLst>
                </p:cNvPr>
                <p:cNvSpPr txBox="1"/>
                <p:nvPr/>
              </p:nvSpPr>
              <p:spPr>
                <a:xfrm>
                  <a:off x="7060912" y="5040335"/>
                  <a:ext cx="1525862" cy="64633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altLang="zh-CN" dirty="0"/>
                </a:p>
                <a:p>
                  <a:pPr algn="ctr"/>
                  <a:r>
                    <a:rPr lang="en-US" altLang="zh-CN" dirty="0"/>
                    <a:t>(</a:t>
                  </a:r>
                  <a:r>
                    <a:rPr lang="en-US" altLang="zh-CN" dirty="0">
                      <a:solidFill>
                        <a:srgbClr val="00B050"/>
                      </a:solidFill>
                    </a:rPr>
                    <a:t>specular</a:t>
                  </a:r>
                  <a:r>
                    <a:rPr lang="en-US" altLang="zh-CN" dirty="0"/>
                    <a:t>)</a:t>
                  </a:r>
                  <a:endParaRPr lang="zh-CN" altLang="en-US" dirty="0"/>
                </a:p>
              </p:txBody>
            </p:sp>
          </mc:Choice>
          <mc:Fallback xmlns=""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49D5B3C2-D92A-5B4B-42A8-FF34B1E849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60912" y="5040335"/>
                  <a:ext cx="1525862" cy="646331"/>
                </a:xfrm>
                <a:prstGeom prst="rect">
                  <a:avLst/>
                </a:prstGeom>
                <a:blipFill>
                  <a:blip r:embed="rId13"/>
                  <a:stretch>
                    <a:fillRect l="-3846" r="-3846" b="-375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8033532C-BD27-DF22-9524-BD479ECB91D8}"/>
                    </a:ext>
                  </a:extLst>
                </p:cNvPr>
                <p:cNvSpPr txBox="1"/>
                <p:nvPr/>
              </p:nvSpPr>
              <p:spPr>
                <a:xfrm>
                  <a:off x="8586263" y="4456803"/>
                  <a:ext cx="55806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  <m:sup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CCBF21B8-A157-8A0A-4A1B-80B7399ABB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86263" y="4456803"/>
                  <a:ext cx="558062" cy="369332"/>
                </a:xfrm>
                <a:prstGeom prst="rect">
                  <a:avLst/>
                </a:prstGeom>
                <a:blipFill>
                  <a:blip r:embed="rId14"/>
                  <a:stretch>
                    <a:fillRect b="-819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文本框 31">
                  <a:extLst>
                    <a:ext uri="{FF2B5EF4-FFF2-40B4-BE49-F238E27FC236}">
                      <a16:creationId xmlns:a16="http://schemas.microsoft.com/office/drawing/2014/main" id="{62FD49C7-3EA1-E5AD-0456-025757B2BF2D}"/>
                    </a:ext>
                  </a:extLst>
                </p:cNvPr>
                <p:cNvSpPr txBox="1"/>
                <p:nvPr/>
              </p:nvSpPr>
              <p:spPr>
                <a:xfrm>
                  <a:off x="8483096" y="5331416"/>
                  <a:ext cx="55806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2" name="文本框 31">
                  <a:extLst>
                    <a:ext uri="{FF2B5EF4-FFF2-40B4-BE49-F238E27FC236}">
                      <a16:creationId xmlns:a16="http://schemas.microsoft.com/office/drawing/2014/main" id="{E51F5D28-8AEC-90FB-0AB5-7D3F66EC643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83096" y="5331416"/>
                  <a:ext cx="558062" cy="369332"/>
                </a:xfrm>
                <a:prstGeom prst="rect">
                  <a:avLst/>
                </a:prstGeom>
                <a:blipFill>
                  <a:blip r:embed="rId15"/>
                  <a:stretch>
                    <a:fillRect b="-8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文本框 32">
                  <a:extLst>
                    <a:ext uri="{FF2B5EF4-FFF2-40B4-BE49-F238E27FC236}">
                      <a16:creationId xmlns:a16="http://schemas.microsoft.com/office/drawing/2014/main" id="{190317B1-72DF-E298-A3FB-A2F64EF3D815}"/>
                    </a:ext>
                  </a:extLst>
                </p:cNvPr>
                <p:cNvSpPr txBox="1"/>
                <p:nvPr/>
              </p:nvSpPr>
              <p:spPr>
                <a:xfrm>
                  <a:off x="9386637" y="4796057"/>
                  <a:ext cx="558062" cy="37818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  <m:sup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3" name="文本框 32">
                  <a:extLst>
                    <a:ext uri="{FF2B5EF4-FFF2-40B4-BE49-F238E27FC236}">
                      <a16:creationId xmlns:a16="http://schemas.microsoft.com/office/drawing/2014/main" id="{9A8143DE-08E0-4FD6-34DE-A7BD99ADF51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86637" y="4796057"/>
                  <a:ext cx="558062" cy="378180"/>
                </a:xfrm>
                <a:prstGeom prst="rect">
                  <a:avLst/>
                </a:prstGeom>
                <a:blipFill>
                  <a:blip r:embed="rId16"/>
                  <a:stretch>
                    <a:fillRect b="-483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46331AFE-219C-A95F-EAEC-B9EDC76EB08E}"/>
                    </a:ext>
                  </a:extLst>
                </p:cNvPr>
                <p:cNvSpPr txBox="1"/>
                <p:nvPr/>
              </p:nvSpPr>
              <p:spPr>
                <a:xfrm>
                  <a:off x="9225010" y="5711456"/>
                  <a:ext cx="55806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C2EF20B4-DCCC-1203-8DF1-80ED78DD32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25010" y="5711456"/>
                  <a:ext cx="558062" cy="369332"/>
                </a:xfrm>
                <a:prstGeom prst="rect">
                  <a:avLst/>
                </a:prstGeom>
                <a:blipFill>
                  <a:blip r:embed="rId17"/>
                  <a:stretch>
                    <a:fillRect b="-655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文本框 34">
                  <a:extLst>
                    <a:ext uri="{FF2B5EF4-FFF2-40B4-BE49-F238E27FC236}">
                      <a16:creationId xmlns:a16="http://schemas.microsoft.com/office/drawing/2014/main" id="{11B6FEC2-04B1-4655-BC32-F10D1AC9E845}"/>
                    </a:ext>
                  </a:extLst>
                </p:cNvPr>
                <p:cNvSpPr txBox="1"/>
                <p:nvPr/>
              </p:nvSpPr>
              <p:spPr>
                <a:xfrm>
                  <a:off x="10216211" y="5108876"/>
                  <a:ext cx="55806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  <m:sup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5" name="文本框 34">
                  <a:extLst>
                    <a:ext uri="{FF2B5EF4-FFF2-40B4-BE49-F238E27FC236}">
                      <a16:creationId xmlns:a16="http://schemas.microsoft.com/office/drawing/2014/main" id="{1D648578-C773-1903-4AFF-E74C325B7B3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16211" y="5108876"/>
                  <a:ext cx="558062" cy="369332"/>
                </a:xfrm>
                <a:prstGeom prst="rect">
                  <a:avLst/>
                </a:prstGeom>
                <a:blipFill>
                  <a:blip r:embed="rId18"/>
                  <a:stretch>
                    <a:fillRect b="-819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92A99464-2AC8-3BCF-FAA8-C6B824C12BF0}"/>
                    </a:ext>
                  </a:extLst>
                </p:cNvPr>
                <p:cNvSpPr txBox="1"/>
                <p:nvPr/>
              </p:nvSpPr>
              <p:spPr>
                <a:xfrm>
                  <a:off x="10126279" y="5959036"/>
                  <a:ext cx="55806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FAEC77C9-FFE7-2FD2-2D2C-78595C6099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26279" y="5959036"/>
                  <a:ext cx="558062" cy="369332"/>
                </a:xfrm>
                <a:prstGeom prst="rect">
                  <a:avLst/>
                </a:prstGeom>
                <a:blipFill>
                  <a:blip r:embed="rId19"/>
                  <a:stretch>
                    <a:fillRect b="-8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55C15D4F-D97C-E572-0323-04F80067CD13}"/>
                    </a:ext>
                  </a:extLst>
                </p:cNvPr>
                <p:cNvSpPr txBox="1"/>
                <p:nvPr/>
              </p:nvSpPr>
              <p:spPr>
                <a:xfrm>
                  <a:off x="10544071" y="5737925"/>
                  <a:ext cx="55806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……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208EEAD8-BED4-97E1-8633-D7A78A34BA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44071" y="5737925"/>
                  <a:ext cx="558062" cy="369332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文本框 37">
                  <a:extLst>
                    <a:ext uri="{FF2B5EF4-FFF2-40B4-BE49-F238E27FC236}">
                      <a16:creationId xmlns:a16="http://schemas.microsoft.com/office/drawing/2014/main" id="{0D04D04D-DC99-7E2E-018E-28F59D772E2A}"/>
                    </a:ext>
                  </a:extLst>
                </p:cNvPr>
                <p:cNvSpPr txBox="1"/>
                <p:nvPr/>
              </p:nvSpPr>
              <p:spPr>
                <a:xfrm>
                  <a:off x="5222744" y="3764142"/>
                  <a:ext cx="2044528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altLang="zh-CN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b="0" i="1" dirty="0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+…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8" name="文本框 37">
                  <a:extLst>
                    <a:ext uri="{FF2B5EF4-FFF2-40B4-BE49-F238E27FC236}">
                      <a16:creationId xmlns:a16="http://schemas.microsoft.com/office/drawing/2014/main" id="{97C082F2-483B-FA9D-61E4-8A6B4C399EA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22744" y="3764142"/>
                  <a:ext cx="2044528" cy="369332"/>
                </a:xfrm>
                <a:prstGeom prst="rect">
                  <a:avLst/>
                </a:prstGeom>
                <a:blipFill>
                  <a:blip r:embed="rId21"/>
                  <a:stretch>
                    <a:fillRect b="-819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文本框 39">
                  <a:extLst>
                    <a:ext uri="{FF2B5EF4-FFF2-40B4-BE49-F238E27FC236}">
                      <a16:creationId xmlns:a16="http://schemas.microsoft.com/office/drawing/2014/main" id="{4D9AAFFA-FD08-23E6-01BF-3D1678F8D1B6}"/>
                    </a:ext>
                  </a:extLst>
                </p:cNvPr>
                <p:cNvSpPr txBox="1"/>
                <p:nvPr/>
              </p:nvSpPr>
              <p:spPr>
                <a:xfrm>
                  <a:off x="7647800" y="3751106"/>
                  <a:ext cx="938463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altLang="zh-CN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b="0" i="1" dirty="0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0" name="文本框 39">
                  <a:extLst>
                    <a:ext uri="{FF2B5EF4-FFF2-40B4-BE49-F238E27FC236}">
                      <a16:creationId xmlns:a16="http://schemas.microsoft.com/office/drawing/2014/main" id="{3077BE0B-7E7B-9853-2706-BE172C268B6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47800" y="3751106"/>
                  <a:ext cx="938463" cy="369332"/>
                </a:xfrm>
                <a:prstGeom prst="rect">
                  <a:avLst/>
                </a:prstGeom>
                <a:blipFill>
                  <a:blip r:embed="rId22"/>
                  <a:stretch>
                    <a:fillRect r="-7143" b="-819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D6F05F30-DDB0-F6ED-E1BB-02457585B491}"/>
                    </a:ext>
                  </a:extLst>
                </p:cNvPr>
                <p:cNvSpPr txBox="1"/>
                <p:nvPr/>
              </p:nvSpPr>
              <p:spPr>
                <a:xfrm>
                  <a:off x="7090411" y="5817019"/>
                  <a:ext cx="2618076" cy="63998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                   +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altLang="zh-CN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b="0" i="1" dirty="0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</m:d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,  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𝑖𝑓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𝑖𝑠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𝑙𝑖𝑔h𝑡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𝑠𝑜𝑢𝑟𝑐𝑒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B2EA15C9-F5C6-987C-7147-08797315B4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90411" y="5817019"/>
                  <a:ext cx="2618076" cy="639983"/>
                </a:xfrm>
                <a:prstGeom prst="rect">
                  <a:avLst/>
                </a:prstGeom>
                <a:blipFill>
                  <a:blip r:embed="rId23"/>
                  <a:stretch>
                    <a:fillRect l="-843" b="-3103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文本框 41">
                  <a:extLst>
                    <a:ext uri="{FF2B5EF4-FFF2-40B4-BE49-F238E27FC236}">
                      <a16:creationId xmlns:a16="http://schemas.microsoft.com/office/drawing/2014/main" id="{E4880A5D-6A22-4CBA-4A35-6757074AAB4A}"/>
                    </a:ext>
                  </a:extLst>
                </p:cNvPr>
                <p:cNvSpPr txBox="1"/>
                <p:nvPr/>
              </p:nvSpPr>
              <p:spPr>
                <a:xfrm>
                  <a:off x="9386637" y="4427582"/>
                  <a:ext cx="938463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altLang="zh-CN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b="0" i="1" dirty="0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2" name="文本框 41">
                  <a:extLst>
                    <a:ext uri="{FF2B5EF4-FFF2-40B4-BE49-F238E27FC236}">
                      <a16:creationId xmlns:a16="http://schemas.microsoft.com/office/drawing/2014/main" id="{A813CFA7-6A37-F876-00FE-0F599FDCACA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86637" y="4427582"/>
                  <a:ext cx="938463" cy="369332"/>
                </a:xfrm>
                <a:prstGeom prst="rect">
                  <a:avLst/>
                </a:prstGeom>
                <a:blipFill>
                  <a:blip r:embed="rId24"/>
                  <a:stretch>
                    <a:fillRect r="-7143" b="-819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B7F0797A-509D-5798-2975-DD81BAF46E59}"/>
                    </a:ext>
                  </a:extLst>
                </p:cNvPr>
                <p:cNvSpPr txBox="1"/>
                <p:nvPr/>
              </p:nvSpPr>
              <p:spPr>
                <a:xfrm>
                  <a:off x="10187011" y="4798354"/>
                  <a:ext cx="938463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altLang="zh-CN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b="0" i="1" dirty="0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69CB18C4-4DA1-0C44-FE76-050A473B44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87011" y="4798354"/>
                  <a:ext cx="938463" cy="369332"/>
                </a:xfrm>
                <a:prstGeom prst="rect">
                  <a:avLst/>
                </a:prstGeom>
                <a:blipFill>
                  <a:blip r:embed="rId25"/>
                  <a:stretch>
                    <a:fillRect r="-7792" b="-819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62062F9B-A180-6D0D-72EF-29E1D0CE091B}"/>
                </a:ext>
              </a:extLst>
            </p:cNvPr>
            <p:cNvCxnSpPr/>
            <p:nvPr/>
          </p:nvCxnSpPr>
          <p:spPr>
            <a:xfrm>
              <a:off x="8176525" y="4826135"/>
              <a:ext cx="306571" cy="329937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09F3753F-FAD6-26C4-6D44-49BE668FEC2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169412" y="4809873"/>
              <a:ext cx="306571" cy="329937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6BAD9FC5-D303-285C-6969-5F5BDC41FB4B}"/>
                  </a:ext>
                </a:extLst>
              </p:cNvPr>
              <p:cNvSpPr txBox="1"/>
              <p:nvPr/>
            </p:nvSpPr>
            <p:spPr>
              <a:xfrm>
                <a:off x="225888" y="2194638"/>
                <a:ext cx="11613384" cy="37230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1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zh-CN" sz="1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1400" i="1" dirty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1400" i="1" dirty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e>
                      </m:d>
                      <m:r>
                        <a:rPr lang="en-US" altLang="zh-CN" sz="1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supHide m:val="on"/>
                          <m:ctrlPr>
                            <a:rPr lang="en-US" altLang="zh-CN" sz="14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  <m:sup/>
                        <m:e>
                          <m:nary>
                            <m:naryPr>
                              <m:supHide m:val="on"/>
                              <m:ctrlPr>
                                <a:rPr lang="en-US" altLang="zh-CN" sz="1400" b="1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sz="14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  <m:sup/>
                            <m:e>
                              <m:nary>
                                <m:naryPr>
                                  <m:supHide m:val="on"/>
                                  <m:ctrlPr>
                                    <a:rPr lang="en-US" altLang="zh-CN" sz="14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sSub>
                                    <m:sSubPr>
                                      <m:ctrlPr>
                                        <a:rPr lang="en-US" altLang="zh-CN" sz="1400" b="0" i="1" smtClean="0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en-US" altLang="zh-CN" sz="1400" b="0" i="1" smtClean="0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</m:sub>
                                  </m:sSub>
                                </m:sub>
                                <m:sup/>
                                <m:e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en-US" altLang="zh-CN" sz="14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14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latin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</m:sub>
                                      </m:sSub>
                                      <m:r>
                                        <a:rPr lang="en-US" altLang="zh-CN" sz="1400" b="1" i="1"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4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latin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</m:sub>
                                      </m:sSub>
                                      <m:r>
                                        <a:rPr lang="en-US" altLang="zh-CN" sz="1400" b="1" i="1"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4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latin typeface="Cambria Math" panose="02040503050406030204" pitchFamily="18" charset="0"/>
                                            </a:rPr>
                                            <m:t>𝟎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altLang="zh-CN" sz="14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1400" b="1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</m:sub>
                                      </m:sSub>
                                      <m: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400" b="1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</m:sub>
                                      </m:sSub>
                                      <m: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400" b="1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CN" sz="14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altLang="zh-CN" sz="14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𝟒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bSup>
                                      <m: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</m:sub>
                                      </m:sSub>
                                      <m: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CN" sz="14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sSub>
                                    <m:sSubPr>
                                      <m:ctrlPr>
                                        <a:rPr lang="en-US" altLang="zh-CN" sz="1400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en-US" altLang="zh-CN" sz="1400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altLang="zh-CN" sz="1400" b="1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altLang="zh-CN" sz="1400" b="1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1400" b="1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𝟒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1400" b="1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bSup>
                                      <m:r>
                                        <a:rPr lang="en-US" altLang="zh-CN" sz="1400" b="1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400" b="1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CN" sz="14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altLang="zh-CN" sz="14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  <m:d>
                                    <m:dPr>
                                      <m:ctrlP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𝟒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bSup>
                                      <m: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↔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CN" sz="14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altLang="zh-CN" sz="14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  <m:d>
                                    <m:dPr>
                                      <m:ctrlP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1400" b="1" i="1" smtClean="0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</m:sub>
                                      </m:sSub>
                                      <m: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↔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400" b="1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CN" sz="14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  <m:d>
                                    <m:dPr>
                                      <m:ctrlPr>
                                        <a:rPr lang="en-US" altLang="zh-CN" sz="14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14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latin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</m:sub>
                                      </m:sSub>
                                      <m:r>
                                        <a:rPr lang="en-US" altLang="zh-CN" sz="14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↔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400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CN" sz="14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sSub>
                                    <m:sSubPr>
                                      <m:ctrlPr>
                                        <a:rPr lang="en-US" altLang="zh-CN" sz="1400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en-US" altLang="zh-CN" sz="1400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altLang="zh-CN" sz="1400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𝟒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bSup>
                                    </m:e>
                                  </m:d>
                                </m:e>
                              </m:nary>
                              <m:r>
                                <a:rPr lang="en-US" altLang="zh-CN" sz="14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𝑑𝐴</m:t>
                              </m:r>
                              <m:d>
                                <m:dPr>
                                  <m:ctrlPr>
                                    <a:rPr lang="en-US" altLang="zh-CN" sz="14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𝑑𝐴</m:t>
                          </m:r>
                          <m:d>
                            <m:d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  <m:oMath xmlns:m="http://schemas.openxmlformats.org/officeDocument/2006/math">
                      <m:r>
                        <a:rPr lang="en-US" altLang="zh-CN" sz="1400" b="1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supHide m:val="on"/>
                          <m:ctrlPr>
                            <a:rPr lang="en-US" altLang="zh-CN" sz="1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p>
                            <m:sSupPr>
                              <m:ctrlPr>
                                <a:rPr lang="en-US" altLang="zh-CN" sz="14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p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sub>
                        <m:sup/>
                        <m:e>
                          <m:nary>
                            <m:naryPr>
                              <m:supHide m:val="on"/>
                              <m:ctrlP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p>
                                <m:sSupPr>
                                  <m:ctrlPr>
                                    <a:rPr lang="en-US" altLang="zh-CN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400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p>
                                  <m:r>
                                    <a:rPr lang="en-US" altLang="zh-CN" sz="1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sub>
                            <m:sup/>
                            <m:e>
                              <m:nary>
                                <m:naryPr>
                                  <m:supHide m:val="on"/>
                                  <m:ctrlPr>
                                    <a:rPr lang="en-US" altLang="zh-CN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sSubSup>
                                    <m:sSubSupPr>
                                      <m:ctrlPr>
                                        <a:rPr lang="en-US" altLang="zh-CN" sz="1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1400" b="0" i="1" smtClean="0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altLang="zh-CN" sz="1400" b="0" i="1" smtClean="0"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</m:sub>
                                    <m:sup>
                                      <m:r>
                                        <a:rPr lang="en-US" altLang="zh-CN" sz="14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sub>
                                <m:sup/>
                                <m:e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en-US" altLang="zh-CN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14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sz="1400" b="1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1400" b="1" i="1">
                                                  <a:latin typeface="Cambria Math" panose="02040503050406030204" pitchFamily="18" charset="0"/>
                                                </a:rPr>
                                                <m:t>𝒑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1400" b="1" i="1" smtClean="0">
                                                  <a:latin typeface="Cambria Math" panose="02040503050406030204" pitchFamily="18" charset="0"/>
                                                </a:rPr>
                                                <m:t>𝟐</m:t>
                                              </m:r>
                                            </m:sub>
                                          </m:sSub>
                                          <m:r>
                                            <a:rPr lang="en-US" altLang="zh-CN" sz="1400" b="1" i="1" smtClean="0">
                                              <a:latin typeface="Cambria Math" panose="02040503050406030204" pitchFamily="18" charset="0"/>
                                            </a:rPr>
                                            <m:t>→</m:t>
                                          </m:r>
                                          <m:r>
                                            <a:rPr lang="en-US" altLang="zh-CN" sz="1400" b="1" i="1"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latin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</m:sub>
                                      </m:sSub>
                                      <m:r>
                                        <a:rPr lang="en-US" altLang="zh-CN" sz="1400" i="1"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4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 smtClean="0">
                                              <a:latin typeface="Cambria Math" panose="02040503050406030204" pitchFamily="18" charset="0"/>
                                            </a:rPr>
                                            <m:t>𝟎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CN" sz="1400" b="1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altLang="zh-CN" sz="1400" i="1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en-US" altLang="zh-CN" sz="1400" i="1" smtClean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1400" b="1" i="1" smtClean="0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 smtClean="0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 smtClean="0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</m:sub>
                                      </m:sSub>
                                      <m:r>
                                        <a:rPr lang="en-US" altLang="zh-CN" sz="1400" b="0" i="1" smtClean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400" b="1" i="1" smtClean="0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 smtClean="0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 smtClean="0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</m:sub>
                                      </m:sSub>
                                      <m:r>
                                        <a:rPr lang="en-US" altLang="zh-CN" sz="1400" b="0" i="1" smtClean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400" b="1" i="1" smtClean="0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 smtClean="0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 smtClean="0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CN" sz="14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𝟒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bSup>
                                      <m: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</m:sub>
                                      </m:sSub>
                                      <m: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</m:sub>
                                      </m:sSub>
                                    </m:e>
                                  </m:d>
                                  <m:sSub>
                                    <m:sSubPr>
                                      <m:ctrlPr>
                                        <a:rPr lang="en-US" altLang="zh-CN" sz="1400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en-US" altLang="zh-CN" sz="1400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altLang="zh-CN" sz="1400" b="1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altLang="zh-CN" sz="1400" b="1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1400" b="1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𝟒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1400" b="1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bSup>
                                      <m:r>
                                        <a:rPr lang="en-US" altLang="zh-CN" sz="1400" b="1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400" b="1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CN" sz="14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  <m:d>
                                    <m:dPr>
                                      <m:ctrlPr>
                                        <a:rPr lang="en-US" altLang="zh-CN" sz="1400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𝟒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bSup>
                                      <m: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↔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</m:sub>
                                      </m:sSub>
                                    </m:e>
                                  </m:d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CN" sz="1400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unc>
                                        <m:funcPr>
                                          <m:ctrlPr>
                                            <a:rPr lang="en-US" altLang="zh-CN" sz="1400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uncPr>
                                        <m:fNam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CN" sz="1400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cos</m:t>
                                          </m:r>
                                        </m:fName>
                                        <m:e>
                                          <m:sSubSup>
                                            <m:sSubSupPr>
                                              <m:ctrlPr>
                                                <a:rPr lang="en-US" altLang="zh-CN" sz="1400" b="0" i="1" smtClean="0">
                                                  <a:solidFill>
                                                    <a:schemeClr val="accent6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altLang="zh-CN" sz="1400" i="1">
                                                  <a:solidFill>
                                                    <a:schemeClr val="accent6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𝜃</m:t>
                                              </m:r>
                                            </m:e>
                                            <m:sub>
                                              <m:sSub>
                                                <m:sSubPr>
                                                  <m:ctrlPr>
                                                    <a:rPr lang="en-US" altLang="zh-CN" sz="1400" i="1">
                                                      <a:solidFill>
                                                        <a:schemeClr val="accent6">
                                                          <a:lumMod val="50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zh-CN" sz="1400" i="1">
                                                      <a:solidFill>
                                                        <a:schemeClr val="accent6">
                                                          <a:lumMod val="50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zh-CN" sz="1400" i="1">
                                                      <a:solidFill>
                                                        <a:schemeClr val="accent6">
                                                          <a:lumMod val="50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4</m:t>
                                                  </m:r>
                                                </m:sub>
                                              </m:sSub>
                                            </m:sub>
                                            <m:sup>
                                              <m:r>
                                                <a:rPr lang="en-US" altLang="zh-CN" sz="1400" b="0" i="1" smtClean="0">
                                                  <a:solidFill>
                                                    <a:schemeClr val="accent6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′</m:t>
                                              </m:r>
                                            </m:sup>
                                          </m:sSubSup>
                                        </m:e>
                                      </m:func>
                                    </m:e>
                                  </m:d>
                                  <m:r>
                                    <a:rPr lang="en-US" altLang="zh-CN" sz="1400" b="0" i="1" smtClean="0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CN" sz="1400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unc>
                                        <m:funcPr>
                                          <m:ctrlPr>
                                            <a:rPr lang="en-US" altLang="zh-CN" sz="1400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funcPr>
                                        <m:fNam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CN" sz="1400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cos</m:t>
                                          </m:r>
                                        </m:fName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sz="1400" i="1">
                                                  <a:solidFill>
                                                    <a:schemeClr val="accent2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1400" i="1">
                                                  <a:solidFill>
                                                    <a:schemeClr val="accent2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𝜃</m:t>
                                              </m:r>
                                            </m:e>
                                            <m:sub>
                                              <m:sSub>
                                                <m:sSubPr>
                                                  <m:ctrlPr>
                                                    <a:rPr lang="en-US" altLang="zh-CN" sz="1400" i="1">
                                                      <a:solidFill>
                                                        <a:schemeClr val="accent2">
                                                          <a:lumMod val="75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zh-CN" sz="1400" i="1">
                                                      <a:solidFill>
                                                        <a:schemeClr val="accent2">
                                                          <a:lumMod val="75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zh-CN" sz="1400" i="1">
                                                      <a:solidFill>
                                                        <a:schemeClr val="accent2">
                                                          <a:lumMod val="75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3</m:t>
                                                  </m:r>
                                                </m:sub>
                                              </m:sSub>
                                            </m:sub>
                                          </m:sSub>
                                        </m:e>
                                      </m:func>
                                    </m:e>
                                  </m:d>
                                  <m:r>
                                    <a:rPr lang="en-US" altLang="zh-CN" sz="14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CN" sz="1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unc>
                                        <m:funcPr>
                                          <m:ctrlPr>
                                            <a:rPr lang="en-US" altLang="zh-CN" sz="1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funcPr>
                                        <m:fNam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CN" sz="140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cos</m:t>
                                          </m:r>
                                        </m:fName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sz="14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14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𝜃</m:t>
                                              </m:r>
                                            </m:e>
                                            <m:sub>
                                              <m:sSub>
                                                <m:sSubPr>
                                                  <m:ctrlPr>
                                                    <a:rPr lang="en-US" altLang="zh-CN" sz="1400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zh-CN" sz="1400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zh-CN" sz="1400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2</m:t>
                                                  </m:r>
                                                </m:sub>
                                              </m:sSub>
                                            </m:sub>
                                          </m:sSub>
                                        </m:e>
                                      </m:func>
                                    </m:e>
                                  </m:d>
                                  <m:r>
                                    <a:rPr lang="en-US" altLang="zh-CN" sz="14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sSubSup>
                                    <m:sSubSupPr>
                                      <m:ctrlPr>
                                        <a:rPr lang="en-US" altLang="zh-CN" sz="1400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1400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altLang="zh-CN" sz="1400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sub>
                                    <m:sup>
                                      <m:r>
                                        <a:rPr lang="en-US" altLang="zh-CN" sz="1400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bSup>
                                </m:e>
                              </m:nary>
                              <m:r>
                                <a:rPr lang="en-US" altLang="zh-CN" sz="14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sSub>
                                <m:sSubPr>
                                  <m:ctrlPr>
                                    <a:rPr lang="en-US" altLang="zh-CN" sz="14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nary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nary>
                    </m:oMath>
                    <m:oMath xmlns:m="http://schemas.openxmlformats.org/officeDocument/2006/math">
                      <m:r>
                        <a:rPr lang="en-US" altLang="zh-CN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en-US" altLang="zh-CN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supHide m:val="on"/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p>
                                <m:sSupPr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p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sub>
                            <m:sup/>
                            <m:e>
                              <m:nary>
                                <m:naryPr>
                                  <m:supHide m:val="on"/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sSubSup>
                                    <m:sSubSupPr>
                                      <m:ctrlPr>
                                        <a:rPr lang="en-US" altLang="zh-CN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1400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altLang="zh-CN" sz="1400" i="1"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</m:sub>
                                    <m:sup>
                                      <m:r>
                                        <a:rPr lang="en-US" altLang="zh-CN" sz="14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sub>
                                <m:sup/>
                                <m:e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en-US" altLang="zh-CN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14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sz="1400" b="1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1400" b="1" i="1">
                                                  <a:latin typeface="Cambria Math" panose="02040503050406030204" pitchFamily="18" charset="0"/>
                                                </a:rPr>
                                                <m:t>𝒑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1400" b="1" i="1">
                                                  <a:latin typeface="Cambria Math" panose="02040503050406030204" pitchFamily="18" charset="0"/>
                                                </a:rPr>
                                                <m:t>𝟐</m:t>
                                              </m:r>
                                            </m:sub>
                                          </m:sSub>
                                          <m:r>
                                            <a:rPr lang="en-US" altLang="zh-CN" sz="1400" b="1" i="1">
                                              <a:latin typeface="Cambria Math" panose="02040503050406030204" pitchFamily="18" charset="0"/>
                                            </a:rPr>
                                            <m:t>→</m:t>
                                          </m:r>
                                          <m:r>
                                            <a:rPr lang="en-US" altLang="zh-CN" sz="1400" b="1" i="1"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latin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</m:sub>
                                      </m:sSub>
                                      <m:r>
                                        <a:rPr lang="en-US" altLang="zh-CN" sz="1400" i="1"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4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latin typeface="Cambria Math" panose="02040503050406030204" pitchFamily="18" charset="0"/>
                                            </a:rPr>
                                            <m:t>𝟎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altLang="zh-CN" sz="14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en-US" altLang="zh-CN" sz="1400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1400" b="1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</m:sub>
                                      </m:sSub>
                                      <m:r>
                                        <a:rPr lang="en-US" altLang="zh-CN" sz="1400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400" b="1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</m:sub>
                                      </m:sSub>
                                      <m:r>
                                        <a:rPr lang="en-US" altLang="zh-CN" sz="1400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400" b="1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CN" sz="14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𝟒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bSup>
                                      <m: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</m:sub>
                                      </m:sSub>
                                      <m: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</m:sub>
                                      </m:sSub>
                                    </m:e>
                                  </m:d>
                                  <m:sSub>
                                    <m:sSubPr>
                                      <m:ctrlPr>
                                        <a:rPr lang="en-US" altLang="zh-CN" sz="1400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en-US" altLang="zh-CN" sz="1400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altLang="zh-CN" sz="1400" b="1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altLang="zh-CN" sz="1400" b="1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1400" b="1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𝟒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1400" b="1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bSup>
                                      <m:r>
                                        <a:rPr lang="en-US" altLang="zh-CN" sz="1400" b="1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400" b="1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CN" sz="14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  <m:d>
                                    <m:dPr>
                                      <m:ctrlPr>
                                        <a:rPr lang="en-US" altLang="zh-CN" sz="1400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𝟒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bSup>
                                      <m: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↔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</m:sub>
                                      </m:sSub>
                                    </m:e>
                                  </m:d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CN" sz="1400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unc>
                                        <m:funcPr>
                                          <m:ctrlPr>
                                            <a:rPr lang="en-US" altLang="zh-CN" sz="1400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uncPr>
                                        <m:fNam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CN" sz="1400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cos</m:t>
                                          </m:r>
                                        </m:fName>
                                        <m:e>
                                          <m:sSubSup>
                                            <m:sSubSupPr>
                                              <m:ctrlPr>
                                                <a:rPr lang="en-US" altLang="zh-CN" sz="1400" b="0" i="1" smtClean="0">
                                                  <a:solidFill>
                                                    <a:schemeClr val="accent6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altLang="zh-CN" sz="1400" i="1">
                                                  <a:solidFill>
                                                    <a:schemeClr val="accent6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𝜃</m:t>
                                              </m:r>
                                            </m:e>
                                            <m:sub>
                                              <m:sSub>
                                                <m:sSubPr>
                                                  <m:ctrlPr>
                                                    <a:rPr lang="en-US" altLang="zh-CN" sz="1400" i="1">
                                                      <a:solidFill>
                                                        <a:schemeClr val="accent6">
                                                          <a:lumMod val="50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zh-CN" sz="1400" i="1">
                                                      <a:solidFill>
                                                        <a:schemeClr val="accent6">
                                                          <a:lumMod val="50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zh-CN" sz="1400" i="1">
                                                      <a:solidFill>
                                                        <a:schemeClr val="accent6">
                                                          <a:lumMod val="50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4</m:t>
                                                  </m:r>
                                                </m:sub>
                                              </m:sSub>
                                            </m:sub>
                                            <m:sup>
                                              <m:r>
                                                <a:rPr lang="en-US" altLang="zh-CN" sz="1400" b="0" i="1" smtClean="0">
                                                  <a:solidFill>
                                                    <a:schemeClr val="accent6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′</m:t>
                                              </m:r>
                                            </m:sup>
                                          </m:sSubSup>
                                        </m:e>
                                      </m:func>
                                    </m:e>
                                  </m:d>
                                  <m:r>
                                    <a:rPr lang="en-US" altLang="zh-CN" sz="1400" b="0" i="1" smtClean="0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CN" sz="1400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unc>
                                        <m:funcPr>
                                          <m:ctrlPr>
                                            <a:rPr lang="en-US" altLang="zh-CN" sz="1400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funcPr>
                                        <m:fNam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CN" sz="1400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cos</m:t>
                                          </m:r>
                                        </m:fName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sz="1400" i="1">
                                                  <a:solidFill>
                                                    <a:schemeClr val="accent2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1400" i="1">
                                                  <a:solidFill>
                                                    <a:schemeClr val="accent2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𝜃</m:t>
                                              </m:r>
                                            </m:e>
                                            <m:sub>
                                              <m:sSub>
                                                <m:sSubPr>
                                                  <m:ctrlPr>
                                                    <a:rPr lang="en-US" altLang="zh-CN" sz="1400" i="1">
                                                      <a:solidFill>
                                                        <a:schemeClr val="accent2">
                                                          <a:lumMod val="75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zh-CN" sz="1400" i="1">
                                                      <a:solidFill>
                                                        <a:schemeClr val="accent2">
                                                          <a:lumMod val="75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zh-CN" sz="1400" i="1">
                                                      <a:solidFill>
                                                        <a:schemeClr val="accent2">
                                                          <a:lumMod val="75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3</m:t>
                                                  </m:r>
                                                </m:sub>
                                              </m:sSub>
                                            </m:sub>
                                          </m:sSub>
                                        </m:e>
                                      </m:func>
                                    </m:e>
                                  </m:d>
                                  <m:r>
                                    <a:rPr lang="en-US" altLang="zh-CN" sz="14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CN" sz="1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unc>
                                        <m:funcPr>
                                          <m:ctrlPr>
                                            <a:rPr lang="en-US" altLang="zh-CN" sz="1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funcPr>
                                        <m:fNam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CN" sz="140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cos</m:t>
                                          </m:r>
                                        </m:fName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sz="14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14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𝜃</m:t>
                                              </m:r>
                                            </m:e>
                                            <m:sub>
                                              <m:sSub>
                                                <m:sSubPr>
                                                  <m:ctrlPr>
                                                    <a:rPr lang="en-US" altLang="zh-CN" sz="1400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zh-CN" sz="1400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zh-CN" sz="1400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2</m:t>
                                                  </m:r>
                                                </m:sub>
                                              </m:sSub>
                                            </m:sub>
                                          </m:sSub>
                                        </m:e>
                                      </m:func>
                                    </m:e>
                                  </m:d>
                                  <m:r>
                                    <a:rPr lang="en-US" altLang="zh-CN" sz="14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sSubSup>
                                    <m:sSubSupPr>
                                      <m:ctrlPr>
                                        <a:rPr lang="en-US" altLang="zh-CN" sz="1400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1400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altLang="zh-CN" sz="1400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sub>
                                    <m:sup>
                                      <m:r>
                                        <a:rPr lang="en-US" altLang="zh-CN" sz="1400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bSup>
                                </m:e>
                              </m:nary>
                              <m:r>
                                <a:rPr lang="en-US" altLang="zh-CN" sz="14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sSub>
                                <m:sSubPr>
                                  <m:ctrlPr>
                                    <a:rPr lang="en-US" altLang="zh-CN" sz="14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r>
                            <a:rPr lang="en-US" altLang="zh-CN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𝑝𝑑𝑓</m:t>
                          </m:r>
                          <m:d>
                            <m:d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  <m:oMath xmlns:m="http://schemas.openxmlformats.org/officeDocument/2006/math">
                      <m:r>
                        <a:rPr lang="en-US" altLang="zh-CN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en-US" altLang="zh-CN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supHide m:val="on"/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bSup>
                                <m:sSubSupPr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sub>
                                <m:sup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sub>
                            <m:sup/>
                            <m:e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4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14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latin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</m:sub>
                                      </m:sSub>
                                      <m:r>
                                        <a:rPr lang="en-US" altLang="zh-CN" sz="1400" b="1" i="1"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r>
                                        <a:rPr lang="en-US" altLang="zh-CN" sz="1400" b="1" i="1"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altLang="zh-CN" sz="14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>
                                          <a:latin typeface="Cambria Math" panose="02040503050406030204" pitchFamily="18" charset="0"/>
                                        </a:rPr>
                                        <m:t>𝟎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1400" b="1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14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altLang="zh-CN" sz="14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sub>
                                  </m:sSub>
                                  <m:r>
                                    <a:rPr lang="en-US" altLang="zh-CN" sz="14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  <m:r>
                                    <a:rPr lang="en-US" altLang="zh-CN" sz="14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1400" i="1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altLang="zh-CN" sz="14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𝟒</m:t>
                                      </m:r>
                                    </m:sub>
                                    <m:sup>
                                      <m: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bSup>
                                  <m:r>
                                    <a:rPr lang="en-US" altLang="zh-CN" sz="14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sub>
                                  </m:sSub>
                                  <m:r>
                                    <a:rPr lang="en-US" altLang="zh-CN" sz="14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</m:e>
                              </m:d>
                              <m:sSub>
                                <m:sSubPr>
                                  <m:ctrlPr>
                                    <a:rPr lang="en-US" altLang="zh-CN" sz="14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sz="1400" b="1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altLang="zh-CN" sz="1400" b="1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1400" b="1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𝟒</m:t>
                                      </m:r>
                                    </m:sub>
                                    <m:sup>
                                      <m:r>
                                        <a:rPr lang="en-US" altLang="zh-CN" sz="1400" b="1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bSup>
                                  <m:r>
                                    <a:rPr lang="en-US" altLang="zh-CN" sz="1400" b="1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altLang="zh-CN" sz="1400" b="1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1400" i="1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  <m:d>
                                <m:dPr>
                                  <m:ctrlPr>
                                    <a:rPr lang="en-US" altLang="zh-CN" sz="14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𝟒</m:t>
                                      </m:r>
                                    </m:sub>
                                    <m:sup>
                                      <m: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bSup>
                                  <m:r>
                                    <a:rPr lang="en-US" altLang="zh-CN" sz="14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↔</m:t>
                                  </m:r>
                                  <m:sSub>
                                    <m:sSubPr>
                                      <m:ctrlP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𝟑</m:t>
                                      </m:r>
                                    </m:sub>
                                  </m:sSub>
                                </m:e>
                              </m:d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CN" sz="14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en-US" altLang="zh-CN" sz="1400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altLang="zh-CN" sz="1400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cos</m:t>
                                      </m:r>
                                    </m:fName>
                                    <m:e>
                                      <m:sSubSup>
                                        <m:sSubSupPr>
                                          <m:ctrlPr>
                                            <a:rPr lang="en-US" altLang="zh-CN" sz="1400" b="0" i="1" smtClean="0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1400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  <m:sub>
                                          <m:sSub>
                                            <m:sSubPr>
                                              <m:ctrlPr>
                                                <a:rPr lang="en-US" altLang="zh-CN" sz="1400" i="1">
                                                  <a:solidFill>
                                                    <a:schemeClr val="accent6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1400" i="1">
                                                  <a:solidFill>
                                                    <a:schemeClr val="accent6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1400" i="1">
                                                  <a:solidFill>
                                                    <a:schemeClr val="accent6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4</m:t>
                                              </m:r>
                                            </m:sub>
                                          </m:sSub>
                                        </m:sub>
                                        <m:sup>
                                          <m:r>
                                            <a:rPr lang="en-US" altLang="zh-CN" sz="1400" b="0" i="1" smtClean="0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bSup>
                                    </m:e>
                                  </m:func>
                                </m:e>
                              </m:d>
                              <m:r>
                                <a:rPr lang="en-US" altLang="zh-CN" sz="1400" b="0" i="1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CN" sz="14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en-US" altLang="zh-CN" sz="1400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altLang="zh-CN" sz="140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cos</m:t>
                                      </m:r>
                                    </m:fName>
                                    <m:e>
                                      <m:sSub>
                                        <m:sSubPr>
                                          <m:ctrlPr>
                                            <a:rPr lang="en-US" altLang="zh-CN" sz="1400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  <m:sub>
                                          <m:sSub>
                                            <m:sSubPr>
                                              <m:ctrlPr>
                                                <a:rPr lang="en-US" altLang="zh-CN" sz="1400" i="1">
                                                  <a:solidFill>
                                                    <a:schemeClr val="accent2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1400" i="1">
                                                  <a:solidFill>
                                                    <a:schemeClr val="accent2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1400" i="1">
                                                  <a:solidFill>
                                                    <a:schemeClr val="accent2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3</m:t>
                                              </m:r>
                                            </m:sub>
                                          </m:sSub>
                                        </m:sub>
                                      </m:sSub>
                                    </m:e>
                                  </m:func>
                                </m:e>
                              </m:d>
                              <m:r>
                                <a:rPr lang="en-US" altLang="zh-CN" sz="1400" i="1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en-US" altLang="zh-CN" sz="1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altLang="zh-CN" sz="140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cos</m:t>
                                      </m:r>
                                    </m:fName>
                                    <m:e>
                                      <m:sSub>
                                        <m:sSubPr>
                                          <m:ctrlPr>
                                            <a:rPr lang="en-US" altLang="zh-CN" sz="1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  <m:sub>
                                          <m:sSub>
                                            <m:sSubPr>
                                              <m:ctrlPr>
                                                <a:rPr lang="en-US" altLang="zh-CN" sz="14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14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14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</m:sub>
                                      </m:sSub>
                                    </m:e>
                                  </m:func>
                                </m:e>
                              </m:d>
                              <m:r>
                                <a:rPr lang="en-US" altLang="zh-CN" sz="1400" i="1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sSubSup>
                                <m:sSubSupPr>
                                  <m:ctrlPr>
                                    <a:rPr lang="en-US" altLang="zh-CN" sz="14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14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  <m:sup>
                                  <m:r>
                                    <a:rPr lang="en-US" altLang="zh-CN" sz="14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</m:e>
                          </m:nary>
                        </m:num>
                        <m:den>
                          <m:r>
                            <a:rPr lang="en-US" altLang="zh-CN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𝑝𝑑𝑓</m:t>
                          </m:r>
                          <m:d>
                            <m:d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𝑝𝑑𝑓</m:t>
                          </m:r>
                          <m:d>
                            <m:d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  <m:oMath xmlns:m="http://schemas.openxmlformats.org/officeDocument/2006/math">
                      <m:r>
                        <a:rPr lang="en-US" altLang="zh-CN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sSub>
                        <m:sSubPr>
                          <m:ctrlPr>
                            <a:rPr lang="en-US" altLang="zh-CN" sz="1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𝑙𝑖𝑔h𝑡</m:t>
                          </m:r>
                        </m:sub>
                      </m:sSub>
                      <m:d>
                        <m:dPr>
                          <m:ctrlPr>
                            <a:rPr lang="en-US" altLang="zh-CN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  <m:sup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</m:e>
                      </m:d>
                      <m:r>
                        <a:rPr lang="en-US" altLang="zh-CN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altLang="zh-CN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sSub>
                                    <m:sSubPr>
                                      <m:ctrlPr>
                                        <a:rPr lang="en-US" altLang="zh-CN" sz="14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  <m: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14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sz="14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400" b="1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</m:sSub>
                              <m:r>
                                <a:rPr lang="en-US" altLang="zh-CN" sz="14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400" b="1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altLang="zh-CN" sz="14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400" b="1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400" i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sz="1400" b="1" i="1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CN" sz="14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14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𝟒</m:t>
                                  </m:r>
                                </m:sub>
                                <m:sup>
                                  <m:r>
                                    <a:rPr lang="en-US" altLang="zh-CN" sz="14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  <m:r>
                                <a:rPr lang="en-US" altLang="zh-CN" sz="1400" b="1" i="1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4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</m:sSub>
                              <m:r>
                                <a:rPr lang="en-US" altLang="zh-CN" sz="1400" b="1" i="1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4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altLang="zh-CN" sz="14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altLang="zh-CN" sz="14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1400" b="1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CN" sz="1400" b="1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1400" b="1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𝟒</m:t>
                                  </m:r>
                                </m:sub>
                                <m:sup>
                                  <m:r>
                                    <a:rPr lang="en-US" altLang="zh-CN" sz="1400" b="1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  <m:r>
                                <a:rPr lang="en-US" altLang="zh-CN" sz="1400" b="1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400" b="1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400" i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  <m:d>
                            <m:dPr>
                              <m:ctrlPr>
                                <a:rPr lang="en-US" altLang="zh-CN" sz="1400" i="1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CN" sz="14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14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𝟒</m:t>
                                  </m:r>
                                </m:sub>
                                <m:sup>
                                  <m:r>
                                    <a:rPr lang="en-US" altLang="zh-CN" sz="14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  <m:r>
                                <a:rPr lang="en-US" altLang="zh-CN" sz="1400" b="1" i="1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↔</m:t>
                              </m:r>
                              <m:sSub>
                                <m:sSubPr>
                                  <m:ctrlPr>
                                    <a:rPr lang="en-US" altLang="zh-CN" sz="14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</m:sSub>
                            </m:e>
                          </m:d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sz="1400" i="1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altLang="zh-CN" sz="14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CN" sz="1400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sSubSup>
                                    <m:sSubSupPr>
                                      <m:ctrlPr>
                                        <a:rPr lang="en-US" altLang="zh-CN" sz="1400" b="0" i="1" smtClean="0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1400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CN" sz="1400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4</m:t>
                                          </m:r>
                                        </m:sub>
                                      </m:sSub>
                                    </m:sub>
                                    <m:sup>
                                      <m:r>
                                        <a:rPr lang="en-US" altLang="zh-CN" sz="1400" b="0" i="1" smtClean="0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bSup>
                                </m:e>
                              </m:func>
                            </m:e>
                          </m:d>
                          <m:r>
                            <a:rPr lang="en-US" altLang="zh-CN" sz="1400" b="0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sz="14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altLang="zh-CN" sz="14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CN" sz="140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en-US" altLang="zh-CN" sz="1400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CN" sz="1400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</m:sub>
                                  </m:sSub>
                                </m:e>
                              </m:func>
                            </m:e>
                          </m:d>
                          <m:r>
                            <a:rPr lang="en-US" altLang="zh-CN" sz="1400" i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CN" sz="14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en-US" altLang="zh-CN" sz="1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CN" sz="1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sub>
                                  </m:sSub>
                                </m:e>
                              </m:func>
                            </m:e>
                          </m:d>
                        </m:num>
                        <m:den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𝑝𝑑</m:t>
                          </m:r>
                          <m:sSub>
                            <m:sSubPr>
                              <m:ctrlP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𝑙𝑖𝑔h𝑡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CN" sz="1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1400" b="0" i="1" smtClean="0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sz="1400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  <m:sup>
                                  <m:r>
                                    <a:rPr lang="en-US" altLang="zh-CN" sz="1400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</m:e>
                          </m:d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𝑝𝑑𝑓</m:t>
                          </m:r>
                          <m:d>
                            <m:d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𝑝𝑑𝑓</m:t>
                          </m:r>
                          <m:d>
                            <m:d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r>
                        <a:rPr lang="en-US" altLang="zh-C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𝑏𝑠𝑑𝑓</m:t>
                          </m:r>
                        </m:sub>
                      </m:sSub>
                      <m:d>
                        <m:dPr>
                          <m:ctrlPr>
                            <a:rPr lang="en-US" altLang="zh-CN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e>
                      </m:d>
                      <m:r>
                        <a:rPr lang="en-US" altLang="zh-CN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altLang="zh-CN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sSub>
                                    <m:sSubPr>
                                      <m:ctrlPr>
                                        <a:rPr lang="en-US" altLang="zh-CN" sz="14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  <m: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14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sz="14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400" b="1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</m:sSub>
                              <m:r>
                                <a:rPr lang="en-US" altLang="zh-CN" sz="14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400" b="1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altLang="zh-CN" sz="14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400" b="1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400" i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sz="1400" b="1" i="1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400" b="1" i="1" smtClean="0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 smtClean="0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 smtClean="0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𝟒</m:t>
                                  </m:r>
                                </m:sub>
                              </m:sSub>
                              <m:r>
                                <a:rPr lang="en-US" altLang="zh-CN" sz="1400" b="1" i="1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4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</m:sSub>
                              <m:r>
                                <a:rPr lang="en-US" altLang="zh-CN" sz="1400" b="1" i="1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4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altLang="zh-CN" sz="14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altLang="zh-CN" sz="14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1400" b="1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400" b="1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𝟒</m:t>
                                  </m:r>
                                </m:sub>
                              </m:sSub>
                              <m:r>
                                <a:rPr lang="en-US" altLang="zh-CN" sz="1400" b="1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400" b="1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</m:sSub>
                            </m:e>
                          </m:d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sz="1400" i="1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altLang="zh-CN" sz="14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CN" sz="1400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en-US" altLang="zh-CN" sz="1400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CN" sz="1400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4</m:t>
                                          </m:r>
                                        </m:sub>
                                      </m:sSub>
                                    </m:sub>
                                  </m:sSub>
                                </m:e>
                              </m:func>
                            </m:e>
                          </m:d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sz="14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altLang="zh-CN" sz="14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CN" sz="140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en-US" altLang="zh-CN" sz="1400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CN" sz="1400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</m:sub>
                                  </m:sSub>
                                </m:e>
                              </m:func>
                            </m:e>
                          </m:d>
                          <m:r>
                            <a:rPr lang="en-US" altLang="zh-CN" sz="1400" i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CN" sz="14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en-US" altLang="zh-CN" sz="1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CN" sz="1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sub>
                                  </m:sSub>
                                </m:e>
                              </m:func>
                            </m:e>
                          </m:d>
                        </m:num>
                        <m:den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𝑝𝑑</m:t>
                          </m:r>
                          <m:sSub>
                            <m:sSubPr>
                              <m:ctrlP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𝑏𝑠𝑑𝑓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𝑝𝑑𝑓</m:t>
                          </m:r>
                          <m:d>
                            <m:d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𝑝𝑑𝑓</m:t>
                          </m:r>
                          <m:d>
                            <m:d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en-US" altLang="zh-CN" sz="1400" dirty="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6BAD9FC5-D303-285C-6969-5F5BDC41FB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888" y="2194638"/>
                <a:ext cx="11613384" cy="3723007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AA211FAD-5E48-A114-3F41-D38758A51AA8}"/>
                  </a:ext>
                </a:extLst>
              </p:cNvPr>
              <p:cNvSpPr txBox="1"/>
              <p:nvPr/>
            </p:nvSpPr>
            <p:spPr>
              <a:xfrm>
                <a:off x="8806867" y="875100"/>
                <a:ext cx="46181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064F683B-535F-B37C-2475-76FA5A949E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06867" y="875100"/>
                <a:ext cx="461814" cy="369332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4F990648-40CB-A7BB-1A57-C675E9F10501}"/>
                  </a:ext>
                </a:extLst>
              </p:cNvPr>
              <p:cNvSpPr txBox="1"/>
              <p:nvPr/>
            </p:nvSpPr>
            <p:spPr>
              <a:xfrm>
                <a:off x="9449062" y="1128146"/>
                <a:ext cx="46181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F9654132-5051-9474-2828-1723D3B967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49062" y="1128146"/>
                <a:ext cx="461814" cy="369332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98E9525A-50CA-34FE-6C27-266944B4821B}"/>
                  </a:ext>
                </a:extLst>
              </p:cNvPr>
              <p:cNvSpPr txBox="1"/>
              <p:nvPr/>
            </p:nvSpPr>
            <p:spPr>
              <a:xfrm>
                <a:off x="8763598" y="378295"/>
                <a:ext cx="46181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98E9525A-50CA-34FE-6C27-266944B482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63598" y="378295"/>
                <a:ext cx="461814" cy="369332"/>
              </a:xfrm>
              <a:prstGeom prst="rect">
                <a:avLst/>
              </a:prstGeom>
              <a:blipFill>
                <a:blip r:embed="rId29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41C7BA5C-5A13-820C-5ED0-52DDD9E12849}"/>
                  </a:ext>
                </a:extLst>
              </p:cNvPr>
              <p:cNvSpPr txBox="1"/>
              <p:nvPr/>
            </p:nvSpPr>
            <p:spPr>
              <a:xfrm>
                <a:off x="9595284" y="550483"/>
                <a:ext cx="461814" cy="3781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41C7BA5C-5A13-820C-5ED0-52DDD9E128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95284" y="550483"/>
                <a:ext cx="461814" cy="378180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772088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DD67E8-0605-9C4B-11AE-E93A7DF890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1A53A380-9110-4E62-C736-8A6B97F866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1440" y="-159452"/>
            <a:ext cx="3213095" cy="2157364"/>
          </a:xfrm>
          <a:prstGeom prst="rect">
            <a:avLst/>
          </a:prstGeom>
        </p:spPr>
      </p:pic>
      <p:sp>
        <p:nvSpPr>
          <p:cNvPr id="3" name="标题 2">
            <a:extLst>
              <a:ext uri="{FF2B5EF4-FFF2-40B4-BE49-F238E27FC236}">
                <a16:creationId xmlns:a16="http://schemas.microsoft.com/office/drawing/2014/main" id="{B3B8DC82-B4D6-984E-8BD5-597EC924F8AC}"/>
              </a:ext>
            </a:extLst>
          </p:cNvPr>
          <p:cNvSpPr>
            <a:spLocks noGrp="1"/>
          </p:cNvSpPr>
          <p:nvPr>
            <p:ph type="title" idx="1"/>
          </p:nvPr>
        </p:nvSpPr>
        <p:spPr/>
        <p:txBody>
          <a:bodyPr/>
          <a:lstStyle/>
          <a:p>
            <a:r>
              <a:rPr lang="zh-CN" altLang="en-US" dirty="0"/>
              <a:t>应用多重重要性采样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EB02B2F7-751B-B91A-AD73-5EA21DFCD64A}"/>
                  </a:ext>
                </a:extLst>
              </p:cNvPr>
              <p:cNvSpPr txBox="1"/>
              <p:nvPr/>
            </p:nvSpPr>
            <p:spPr>
              <a:xfrm>
                <a:off x="47785" y="1927410"/>
                <a:ext cx="11718742" cy="50284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1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zh-CN" sz="1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1400" i="1" dirty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1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en-US" altLang="zh-CN" sz="1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supHide m:val="on"/>
                          <m:ctrlPr>
                            <a:rPr lang="en-US" altLang="zh-CN" sz="14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  <m:sup/>
                        <m:e>
                          <m:nary>
                            <m:naryPr>
                              <m:supHide m:val="on"/>
                              <m:ctrlPr>
                                <a:rPr lang="en-US" altLang="zh-CN" sz="1400" b="1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lang="en-US" altLang="zh-CN" sz="1400" b="0" i="1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zh-CN" sz="1400" b="0" i="1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sub>
                              </m:sSub>
                            </m:sub>
                            <m:sup/>
                            <m:e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4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  <m: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altLang="zh-CN" sz="14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  <m: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altLang="zh-CN" sz="14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>
                                          <a:latin typeface="Cambria Math" panose="02040503050406030204" pitchFamily="18" charset="0"/>
                                        </a:rPr>
                                        <m:t>𝟎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14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altLang="zh-CN" sz="1400" b="1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sub>
                                    <m:sup>
                                      <m: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bSup>
                                  <m:r>
                                    <a:rPr lang="en-US" altLang="zh-CN" sz="1400" b="1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  <m:r>
                                    <a:rPr lang="en-US" altLang="zh-CN" sz="1400" b="1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14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altLang="zh-CN" sz="14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sz="14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sub>
                                    <m:sup>
                                      <m: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bSup>
                                  <m:r>
                                    <a:rPr lang="en-US" altLang="zh-CN" sz="14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1400" i="1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14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  <m:d>
                                <m:dPr>
                                  <m:ctrlPr>
                                    <a:rPr lang="en-US" altLang="zh-CN" sz="1400" b="1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sub>
                                    <m:sup>
                                      <m: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bSup>
                                  <m:r>
                                    <a:rPr lang="en-US" altLang="zh-CN" sz="1400" b="1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↔</m:t>
                                  </m:r>
                                  <m:sSub>
                                    <m:sSubPr>
                                      <m:ctrlP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  <m:d>
                                <m:dPr>
                                  <m:ctrlP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4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  <m:r>
                                    <a:rPr lang="en-US" altLang="zh-CN" sz="14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↔</m:t>
                                  </m:r>
                                  <m:sSub>
                                    <m:sSubPr>
                                      <m:ctrlPr>
                                        <a:rPr lang="en-US" altLang="zh-CN" sz="14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14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sSub>
                                <m:sSubPr>
                                  <m:ctrlPr>
                                    <a:rPr lang="en-US" altLang="zh-CN" sz="14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sz="14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sub>
                                    <m:sup>
                                      <m: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</m:nary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𝑑𝐴</m:t>
                          </m:r>
                          <m:d>
                            <m:d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  <m:oMath xmlns:m="http://schemas.openxmlformats.org/officeDocument/2006/math">
                      <m:r>
                        <a:rPr lang="en-US" altLang="zh-CN" sz="1400" b="1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supHide m:val="on"/>
                          <m:ctrlPr>
                            <a:rPr lang="en-US" altLang="zh-CN" sz="14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p>
                            <m:sSupPr>
                              <m:ctrlPr>
                                <a:rPr lang="en-US" altLang="zh-CN" sz="14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400" b="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p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sub>
                        <m:sup/>
                        <m:e>
                          <m:nary>
                            <m:naryPr>
                              <m:supHide m:val="on"/>
                              <m:ctrlPr>
                                <a:rPr lang="en-US" altLang="zh-CN" sz="1400" b="1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bSup>
                                <m:sSubSupPr>
                                  <m:ctrlPr>
                                    <a:rPr lang="en-US" altLang="zh-CN" sz="1400" b="0" i="1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1400" b="0" i="1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altLang="zh-CN" sz="1400" b="0" i="1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sub>
                                <m:sup>
                                  <m:r>
                                    <a:rPr lang="en-US" altLang="zh-CN" sz="1400" b="0" i="1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sub>
                            <m:sup/>
                            <m:e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4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  <m: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altLang="zh-CN" sz="14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  <m: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altLang="zh-CN" sz="14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>
                                          <a:latin typeface="Cambria Math" panose="02040503050406030204" pitchFamily="18" charset="0"/>
                                        </a:rPr>
                                        <m:t>𝟎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14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altLang="zh-CN" sz="1400" b="1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sub>
                                    <m:sup>
                                      <m: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bSup>
                                  <m:r>
                                    <a:rPr lang="en-US" altLang="zh-CN" sz="1400" b="1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  <m:r>
                                    <a:rPr lang="en-US" altLang="zh-CN" sz="1400" b="1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14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altLang="zh-CN" sz="14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sz="14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sub>
                                    <m:sup>
                                      <m: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bSup>
                                  <m:r>
                                    <a:rPr lang="en-US" altLang="zh-CN" sz="14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1400" i="1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14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  <m:d>
                                <m:dPr>
                                  <m:ctrlPr>
                                    <a:rPr lang="en-US" altLang="zh-CN" sz="1400" b="1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sub>
                                    <m:sup>
                                      <m: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bSup>
                                  <m:r>
                                    <a:rPr lang="en-US" altLang="zh-CN" sz="1400" b="1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↔</m:t>
                                  </m:r>
                                  <m:sSub>
                                    <m:sSubPr>
                                      <m:ctrlP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</m:e>
                              </m:d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CN" sz="1400" b="0" i="1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en-US" altLang="zh-CN" sz="1400" b="0" i="1" smtClean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altLang="zh-CN" sz="1400" b="0" i="0" smtClean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cos</m:t>
                                      </m:r>
                                    </m:fName>
                                    <m:e>
                                      <m:sSubSup>
                                        <m:sSubSupPr>
                                          <m:ctrlPr>
                                            <a:rPr lang="en-US" altLang="zh-CN" sz="1400" b="0" i="1" smtClean="0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1400" b="0" i="1" smtClean="0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  <m:sub>
                                          <m:sSub>
                                            <m:sSubPr>
                                              <m:ctrlPr>
                                                <a:rPr lang="en-US" altLang="zh-CN" sz="1400" b="0" i="1" smtClean="0">
                                                  <a:solidFill>
                                                    <a:schemeClr val="accent2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1400" b="0" i="1" smtClean="0">
                                                  <a:solidFill>
                                                    <a:schemeClr val="accent2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1400" b="0" i="1" smtClean="0">
                                                  <a:solidFill>
                                                    <a:schemeClr val="accent2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3</m:t>
                                              </m:r>
                                            </m:sub>
                                          </m:sSub>
                                        </m:sub>
                                        <m:sup>
                                          <m:r>
                                            <a:rPr lang="en-US" altLang="zh-CN" sz="1400" b="0" i="1" smtClean="0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bSup>
                                    </m:e>
                                  </m:func>
                                </m:e>
                              </m:d>
                              <m:r>
                                <a:rPr lang="en-US" altLang="zh-CN" sz="14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en-US" altLang="zh-CN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altLang="zh-CN" sz="1400">
                                          <a:latin typeface="Cambria Math" panose="02040503050406030204" pitchFamily="18" charset="0"/>
                                        </a:rPr>
                                        <m:t>cos</m:t>
                                      </m:r>
                                    </m:fName>
                                    <m:e>
                                      <m:sSub>
                                        <m:sSubPr>
                                          <m:ctrlPr>
                                            <a:rPr lang="en-US" altLang="zh-CN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i="1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  <m:sub>
                                          <m:sSub>
                                            <m:sSubPr>
                                              <m:ctrlPr>
                                                <a:rPr lang="en-US" altLang="zh-CN" sz="1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140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1400" i="1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</m:sub>
                                      </m:sSub>
                                    </m:e>
                                  </m:func>
                                </m:e>
                              </m:d>
                              <m:r>
                                <a:rPr lang="en-US" altLang="zh-CN" sz="14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sSubSup>
                                <m:sSubSupPr>
                                  <m:ctrlPr>
                                    <a:rPr lang="en-US" altLang="zh-CN" sz="1400" i="1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1400" b="0" i="1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sz="1400" b="0" i="1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en-US" altLang="zh-CN" sz="1400" b="0" i="1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</m:e>
                          </m:nary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CN" sz="1400" b="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nary>
                    </m:oMath>
                    <m:oMath xmlns:m="http://schemas.openxmlformats.org/officeDocument/2006/math">
                      <m:r>
                        <a:rPr lang="en-US" altLang="zh-CN" sz="1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sSub>
                        <m:sSubPr>
                          <m:ctrlPr>
                            <a:rPr lang="en-US" altLang="zh-CN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𝑙𝑖𝑔h𝑡</m:t>
                          </m:r>
                        </m:sub>
                      </m:sSub>
                      <m:d>
                        <m:dPr>
                          <m:ctrlPr>
                            <a:rPr lang="en-US" altLang="zh-CN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b>
                            <m:sup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</m:e>
                      </m:d>
                      <m:f>
                        <m:fPr>
                          <m:ctrlPr>
                            <a:rPr lang="en-US" altLang="zh-CN" sz="1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sz="14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altLang="zh-CN" sz="1400" b="1" i="1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altLang="zh-CN" sz="1400" b="1" i="1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14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sz="1400" b="1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CN" sz="1400" b="1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1400" b="1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  <m:sup>
                                  <m:r>
                                    <a:rPr lang="en-US" altLang="zh-CN" sz="1400" b="1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  <m:r>
                                <a:rPr lang="en-US" altLang="zh-CN" sz="1400" b="1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400" b="1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altLang="zh-CN" sz="1400" b="1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400" b="1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4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altLang="zh-CN" sz="1400" i="1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i="1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altLang="zh-CN" sz="1400" i="1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1400" b="1" i="1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CN" sz="14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14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  <m:sup>
                                  <m:r>
                                    <a:rPr lang="en-US" altLang="zh-CN" sz="14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  <m:r>
                                <a:rPr lang="en-US" altLang="zh-CN" sz="1400" b="1" i="1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4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4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  <m:d>
                            <m:dPr>
                              <m:ctrlPr>
                                <a:rPr lang="en-US" altLang="zh-CN" sz="1400" b="1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CN" sz="1400" b="1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1400" b="1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  <m:sup>
                                  <m:r>
                                    <a:rPr lang="en-US" altLang="zh-CN" sz="1400" b="1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  <m:r>
                                <a:rPr lang="en-US" altLang="zh-CN" sz="1400" b="1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↔</m:t>
                              </m:r>
                              <m:sSub>
                                <m:sSubPr>
                                  <m:ctrlPr>
                                    <a:rPr lang="en-US" altLang="zh-CN" sz="1400" b="1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e>
                          </m:d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sz="14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altLang="zh-CN" sz="14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CN" sz="140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sSubSup>
                                    <m:sSubSupPr>
                                      <m:ctrlPr>
                                        <a:rPr lang="en-US" altLang="zh-CN" sz="1400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1400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CN" sz="1400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</m:sub>
                                    <m:sup>
                                      <m:r>
                                        <a:rPr lang="en-US" altLang="zh-CN" sz="1400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bSup>
                                </m:e>
                              </m:func>
                            </m:e>
                          </m:d>
                          <m:r>
                            <a:rPr lang="en-US" altLang="zh-CN" sz="14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CN" sz="140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en-US" altLang="zh-CN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CN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sub>
                                  </m:sSub>
                                </m:e>
                              </m:func>
                            </m:e>
                          </m:d>
                        </m:num>
                        <m:den>
                          <m:r>
                            <a:rPr lang="en-US" altLang="zh-CN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𝑝𝑑</m:t>
                          </m:r>
                          <m:sSub>
                            <m:sSubPr>
                              <m:ctrlPr>
                                <a:rPr lang="en-US" altLang="zh-CN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𝑙𝑖𝑔h𝑡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1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</m:e>
                          </m:d>
                          <m:r>
                            <a:rPr lang="en-US" altLang="zh-CN" sz="1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𝑝𝑑𝑓</m:t>
                          </m:r>
                          <m:d>
                            <m:d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r>
                        <a:rPr lang="en-US" altLang="zh-CN" sz="1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𝑏𝑠𝑑𝑓</m:t>
                          </m:r>
                        </m:sub>
                      </m:sSub>
                      <m:r>
                        <a:rPr lang="en-US" altLang="zh-CN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zh-CN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f>
                        <m:fPr>
                          <m:ctrlPr>
                            <a:rPr lang="en-US" altLang="zh-CN" sz="1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sz="14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altLang="zh-CN" sz="1400" b="1" i="1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altLang="zh-CN" sz="1400" b="1" i="1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14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sz="1400" b="1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400" b="1" i="1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</m:sSub>
                              <m:r>
                                <a:rPr lang="en-US" altLang="zh-CN" sz="1400" b="1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400" b="1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altLang="zh-CN" sz="1400" b="1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400" b="1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4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altLang="zh-CN" sz="1400" i="1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i="1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altLang="zh-CN" sz="1400" i="1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1400" b="1" i="1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400" b="1" i="1" smtClean="0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 smtClean="0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 smtClean="0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</m:sSub>
                              <m:r>
                                <a:rPr lang="en-US" altLang="zh-CN" sz="1400" b="1" i="1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4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e>
                          </m:d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sz="14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altLang="zh-CN" sz="14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CN" sz="140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en-US" altLang="zh-CN" sz="1400" b="0" i="1" smtClean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0" i="1" smtClean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CN" sz="1400" b="0" i="1" smtClean="0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0" i="1" smtClean="0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0" i="1" smtClean="0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</m:sub>
                                  </m:sSub>
                                </m:e>
                              </m:func>
                            </m:e>
                          </m:d>
                          <m:r>
                            <a:rPr lang="en-US" altLang="zh-CN" sz="14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CN" sz="140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en-US" altLang="zh-CN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CN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sub>
                                  </m:sSub>
                                </m:e>
                              </m:func>
                            </m:e>
                          </m:d>
                        </m:num>
                        <m:den>
                          <m:r>
                            <a:rPr lang="en-US" altLang="zh-CN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𝑝𝑑</m:t>
                          </m:r>
                          <m:sSub>
                            <m:sSubPr>
                              <m:ctrlPr>
                                <a:rPr lang="en-US" altLang="zh-CN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𝑏𝑠𝑑𝑓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1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𝑝𝑑𝑓</m:t>
                          </m:r>
                          <m:d>
                            <m:d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en-US" altLang="zh-CN" sz="1400" i="1" dirty="0">
                  <a:latin typeface="Cambria Math" panose="02040503050406030204" pitchFamily="18" charset="0"/>
                </a:endParaRPr>
              </a:p>
              <a:p>
                <a:endParaRPr lang="en-US" altLang="zh-CN" sz="1400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dirty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1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zh-CN" sz="1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1400" i="1" dirty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1400" i="1" dirty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e>
                      </m:d>
                      <m:r>
                        <a:rPr lang="en-US" altLang="zh-CN" sz="1400" i="1" dirty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supHide m:val="on"/>
                          <m:ctrlPr>
                            <a:rPr lang="en-US" altLang="zh-CN" sz="14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  <m:sup/>
                        <m:e>
                          <m:nary>
                            <m:naryPr>
                              <m:supHide m:val="on"/>
                              <m:ctrlPr>
                                <a:rPr lang="en-US" altLang="zh-CN" sz="1400" b="1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sz="14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  <m:sup/>
                            <m:e>
                              <m:nary>
                                <m:naryPr>
                                  <m:supHide m:val="on"/>
                                  <m:ctrlPr>
                                    <a:rPr lang="en-US" altLang="zh-CN" sz="14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sSub>
                                    <m:sSubPr>
                                      <m:ctrlPr>
                                        <a:rPr lang="en-US" altLang="zh-CN" sz="1400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en-US" altLang="zh-CN" sz="1400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</m:sub>
                                  </m:sSub>
                                </m:sub>
                                <m:sup/>
                                <m:e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en-US" altLang="zh-CN" sz="14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14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latin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</m:sub>
                                      </m:sSub>
                                      <m:r>
                                        <a:rPr lang="en-US" altLang="zh-CN" sz="1400" b="1" i="1"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4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latin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</m:sub>
                                      </m:sSub>
                                      <m:r>
                                        <a:rPr lang="en-US" altLang="zh-CN" sz="1400" b="1" i="1"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4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latin typeface="Cambria Math" panose="02040503050406030204" pitchFamily="18" charset="0"/>
                                            </a:rPr>
                                            <m:t>𝟎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altLang="zh-CN" sz="14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1400" b="1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</m:sub>
                                      </m:sSub>
                                      <m: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400" b="1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</m:sub>
                                      </m:sSub>
                                      <m: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400" b="1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CN" sz="14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altLang="zh-CN" sz="14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𝟒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bSup>
                                      <m: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</m:sub>
                                      </m:sSub>
                                      <m: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CN" sz="14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sSub>
                                    <m:sSubPr>
                                      <m:ctrlPr>
                                        <a:rPr lang="en-US" altLang="zh-CN" sz="1400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en-US" altLang="zh-CN" sz="1400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altLang="zh-CN" sz="1400" b="1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altLang="zh-CN" sz="1400" b="1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1400" b="1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𝟒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1400" b="1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bSup>
                                      <m:r>
                                        <a:rPr lang="en-US" altLang="zh-CN" sz="1400" b="1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400" b="1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CN" sz="14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altLang="zh-CN" sz="14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  <m:d>
                                    <m:dPr>
                                      <m:ctrlP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𝟒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bSup>
                                      <m: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↔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CN" sz="14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altLang="zh-CN" sz="14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  <m:d>
                                    <m:dPr>
                                      <m:ctrlP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1400" b="1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</m:sub>
                                      </m:sSub>
                                      <m: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↔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400" b="1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CN" sz="14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  <m:d>
                                    <m:dPr>
                                      <m:ctrlPr>
                                        <a:rPr lang="en-US" altLang="zh-CN" sz="14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14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latin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</m:sub>
                                      </m:sSub>
                                      <m:r>
                                        <a:rPr lang="en-US" altLang="zh-CN" sz="14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↔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400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CN" sz="14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sSub>
                                    <m:sSubPr>
                                      <m:ctrlPr>
                                        <a:rPr lang="en-US" altLang="zh-CN" sz="1400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en-US" altLang="zh-CN" sz="1400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altLang="zh-CN" sz="1400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𝟒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bSup>
                                    </m:e>
                                  </m:d>
                                </m:e>
                              </m:nary>
                              <m:r>
                                <a:rPr lang="en-US" altLang="zh-CN" sz="14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𝑑𝐴</m:t>
                              </m:r>
                              <m:d>
                                <m:dPr>
                                  <m:ctrlPr>
                                    <a:rPr lang="en-US" altLang="zh-CN" sz="14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𝑑𝐴</m:t>
                          </m:r>
                          <m:d>
                            <m:d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  <m:oMath xmlns:m="http://schemas.openxmlformats.org/officeDocument/2006/math">
                      <m:r>
                        <a:rPr lang="en-US" altLang="zh-CN" sz="1400" b="1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supHide m:val="on"/>
                          <m:ctrlPr>
                            <a:rPr lang="en-US" altLang="zh-CN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p>
                            <m:sSup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p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sub>
                        <m:sup/>
                        <m:e>
                          <m:nary>
                            <m:naryPr>
                              <m:supHide m:val="on"/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p>
                                <m:sSupPr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p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sub>
                            <m:sup/>
                            <m:e>
                              <m:nary>
                                <m:naryPr>
                                  <m:supHide m:val="on"/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sSubSup>
                                    <m:sSubSupPr>
                                      <m:ctrlPr>
                                        <a:rPr lang="en-US" altLang="zh-CN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1400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altLang="zh-CN" sz="1400" i="1"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</m:sub>
                                    <m:sup>
                                      <m:r>
                                        <a:rPr lang="en-US" altLang="zh-CN" sz="14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sub>
                                <m:sup/>
                                <m:e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en-US" altLang="zh-CN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14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sz="1400" b="1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1400" b="1" i="1">
                                                  <a:latin typeface="Cambria Math" panose="02040503050406030204" pitchFamily="18" charset="0"/>
                                                </a:rPr>
                                                <m:t>𝒑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1400" b="1" i="1">
                                                  <a:latin typeface="Cambria Math" panose="02040503050406030204" pitchFamily="18" charset="0"/>
                                                </a:rPr>
                                                <m:t>𝟐</m:t>
                                              </m:r>
                                            </m:sub>
                                          </m:sSub>
                                          <m:r>
                                            <a:rPr lang="en-US" altLang="zh-CN" sz="1400" b="1" i="1">
                                              <a:latin typeface="Cambria Math" panose="02040503050406030204" pitchFamily="18" charset="0"/>
                                            </a:rPr>
                                            <m:t>→</m:t>
                                          </m:r>
                                          <m:r>
                                            <a:rPr lang="en-US" altLang="zh-CN" sz="1400" b="1" i="1"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latin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</m:sub>
                                      </m:sSub>
                                      <m:r>
                                        <a:rPr lang="en-US" altLang="zh-CN" sz="1400" i="1"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4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latin typeface="Cambria Math" panose="02040503050406030204" pitchFamily="18" charset="0"/>
                                            </a:rPr>
                                            <m:t>𝟎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altLang="zh-CN" sz="14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en-US" altLang="zh-CN" sz="1400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1400" b="1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</m:sub>
                                      </m:sSub>
                                      <m:r>
                                        <a:rPr lang="en-US" altLang="zh-CN" sz="1400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400" b="1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</m:sub>
                                      </m:sSub>
                                      <m:r>
                                        <a:rPr lang="en-US" altLang="zh-CN" sz="1400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400" b="1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CN" sz="14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𝟒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bSup>
                                      <m: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</m:sub>
                                      </m:sSub>
                                      <m: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</m:sub>
                                      </m:sSub>
                                    </m:e>
                                  </m:d>
                                  <m:sSub>
                                    <m:sSubPr>
                                      <m:ctrlPr>
                                        <a:rPr lang="en-US" altLang="zh-CN" sz="1400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en-US" altLang="zh-CN" sz="1400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altLang="zh-CN" sz="1400" b="1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altLang="zh-CN" sz="1400" b="1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1400" b="1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𝟒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1400" b="1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bSup>
                                      <m:r>
                                        <a:rPr lang="en-US" altLang="zh-CN" sz="1400" b="1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400" b="1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CN" sz="14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  <m:d>
                                    <m:dPr>
                                      <m:ctrlPr>
                                        <a:rPr lang="en-US" altLang="zh-CN" sz="1400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𝟒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bSup>
                                      <m: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↔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</m:sub>
                                      </m:sSub>
                                    </m:e>
                                  </m:d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CN" sz="1400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unc>
                                        <m:funcPr>
                                          <m:ctrlPr>
                                            <a:rPr lang="en-US" altLang="zh-CN" sz="1400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uncPr>
                                        <m:fNam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CN" sz="1400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cos</m:t>
                                          </m:r>
                                        </m:fName>
                                        <m:e>
                                          <m:sSubSup>
                                            <m:sSubSupPr>
                                              <m:ctrlPr>
                                                <a:rPr lang="en-US" altLang="zh-CN" sz="1400" i="1">
                                                  <a:solidFill>
                                                    <a:schemeClr val="accent6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altLang="zh-CN" sz="1400" i="1">
                                                  <a:solidFill>
                                                    <a:schemeClr val="accent6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𝜃</m:t>
                                              </m:r>
                                            </m:e>
                                            <m:sub>
                                              <m:sSub>
                                                <m:sSubPr>
                                                  <m:ctrlPr>
                                                    <a:rPr lang="en-US" altLang="zh-CN" sz="1400" i="1">
                                                      <a:solidFill>
                                                        <a:schemeClr val="accent6">
                                                          <a:lumMod val="50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zh-CN" sz="1400" i="1">
                                                      <a:solidFill>
                                                        <a:schemeClr val="accent6">
                                                          <a:lumMod val="50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zh-CN" sz="1400" i="1">
                                                      <a:solidFill>
                                                        <a:schemeClr val="accent6">
                                                          <a:lumMod val="50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4</m:t>
                                                  </m:r>
                                                </m:sub>
                                              </m:sSub>
                                            </m:sub>
                                            <m:sup>
                                              <m:r>
                                                <a:rPr lang="en-US" altLang="zh-CN" sz="1400" i="1">
                                                  <a:solidFill>
                                                    <a:schemeClr val="accent6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′</m:t>
                                              </m:r>
                                            </m:sup>
                                          </m:sSubSup>
                                        </m:e>
                                      </m:func>
                                    </m:e>
                                  </m:d>
                                  <m:r>
                                    <a:rPr lang="en-US" altLang="zh-CN" sz="14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CN" sz="1400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unc>
                                        <m:funcPr>
                                          <m:ctrlPr>
                                            <a:rPr lang="en-US" altLang="zh-CN" sz="1400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funcPr>
                                        <m:fNam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CN" sz="1400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cos</m:t>
                                          </m:r>
                                        </m:fName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sz="1400" i="1">
                                                  <a:solidFill>
                                                    <a:schemeClr val="accent2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1400" i="1">
                                                  <a:solidFill>
                                                    <a:schemeClr val="accent2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𝜃</m:t>
                                              </m:r>
                                            </m:e>
                                            <m:sub>
                                              <m:sSub>
                                                <m:sSubPr>
                                                  <m:ctrlPr>
                                                    <a:rPr lang="en-US" altLang="zh-CN" sz="1400" i="1">
                                                      <a:solidFill>
                                                        <a:schemeClr val="accent2">
                                                          <a:lumMod val="75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zh-CN" sz="1400" i="1">
                                                      <a:solidFill>
                                                        <a:schemeClr val="accent2">
                                                          <a:lumMod val="75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zh-CN" sz="1400" i="1">
                                                      <a:solidFill>
                                                        <a:schemeClr val="accent2">
                                                          <a:lumMod val="75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3</m:t>
                                                  </m:r>
                                                </m:sub>
                                              </m:sSub>
                                            </m:sub>
                                          </m:sSub>
                                        </m:e>
                                      </m:func>
                                    </m:e>
                                  </m:d>
                                  <m:r>
                                    <a:rPr lang="en-US" altLang="zh-CN" sz="14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CN" sz="1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unc>
                                        <m:funcPr>
                                          <m:ctrlPr>
                                            <a:rPr lang="en-US" altLang="zh-CN" sz="1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funcPr>
                                        <m:fNam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CN" sz="140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cos</m:t>
                                          </m:r>
                                        </m:fName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sz="14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14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𝜃</m:t>
                                              </m:r>
                                            </m:e>
                                            <m:sub>
                                              <m:sSub>
                                                <m:sSubPr>
                                                  <m:ctrlPr>
                                                    <a:rPr lang="en-US" altLang="zh-CN" sz="1400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zh-CN" sz="1400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zh-CN" sz="1400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2</m:t>
                                                  </m:r>
                                                </m:sub>
                                              </m:sSub>
                                            </m:sub>
                                          </m:sSub>
                                        </m:e>
                                      </m:func>
                                    </m:e>
                                  </m:d>
                                  <m:r>
                                    <a:rPr lang="en-US" altLang="zh-CN" sz="14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sSubSup>
                                    <m:sSubSupPr>
                                      <m:ctrlPr>
                                        <a:rPr lang="en-US" altLang="zh-CN" sz="1400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1400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altLang="zh-CN" sz="1400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sub>
                                    <m:sup>
                                      <m:r>
                                        <a:rPr lang="en-US" altLang="zh-CN" sz="1400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bSup>
                                </m:e>
                              </m:nary>
                              <m:r>
                                <a:rPr lang="en-US" altLang="zh-CN" sz="14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sSub>
                                <m:sSubPr>
                                  <m:ctrlPr>
                                    <a:rPr lang="en-US" altLang="zh-CN" sz="14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nary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nary>
                    </m:oMath>
                    <m:oMath xmlns:m="http://schemas.openxmlformats.org/officeDocument/2006/math">
                      <m:r>
                        <a:rPr lang="en-US" altLang="zh-CN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sSub>
                        <m:sSubPr>
                          <m:ctrlPr>
                            <a:rPr lang="en-US" altLang="zh-CN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𝑙𝑖𝑔h𝑡</m:t>
                          </m:r>
                        </m:sub>
                      </m:sSub>
                      <m:d>
                        <m:dPr>
                          <m:ctrlPr>
                            <a:rPr lang="en-US" altLang="zh-CN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  <m:sup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</m:e>
                      </m:d>
                      <m:r>
                        <a:rPr lang="en-US" altLang="zh-CN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altLang="zh-CN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sSub>
                                    <m:sSubPr>
                                      <m:ctrlPr>
                                        <a:rPr lang="en-US" altLang="zh-CN" sz="14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  <m: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14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sz="14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400" b="1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</m:sSub>
                              <m:r>
                                <a:rPr lang="en-US" altLang="zh-CN" sz="14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400" b="1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altLang="zh-CN" sz="14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400" b="1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400" i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sz="1400" b="1" i="1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CN" sz="14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14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𝟒</m:t>
                                  </m:r>
                                </m:sub>
                                <m:sup>
                                  <m:r>
                                    <a:rPr lang="en-US" altLang="zh-CN" sz="14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  <m:r>
                                <a:rPr lang="en-US" altLang="zh-CN" sz="1400" b="1" i="1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4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</m:sSub>
                              <m:r>
                                <a:rPr lang="en-US" altLang="zh-CN" sz="1400" b="1" i="1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4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altLang="zh-CN" sz="14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altLang="zh-CN" sz="14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1400" b="1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CN" sz="1400" b="1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1400" b="1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𝟒</m:t>
                                  </m:r>
                                </m:sub>
                                <m:sup>
                                  <m:r>
                                    <a:rPr lang="en-US" altLang="zh-CN" sz="1400" b="1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  <m:r>
                                <a:rPr lang="en-US" altLang="zh-CN" sz="1400" b="1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400" b="1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400" i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  <m:d>
                            <m:dPr>
                              <m:ctrlPr>
                                <a:rPr lang="en-US" altLang="zh-CN" sz="1400" i="1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CN" sz="14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14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𝟒</m:t>
                                  </m:r>
                                </m:sub>
                                <m:sup>
                                  <m:r>
                                    <a:rPr lang="en-US" altLang="zh-CN" sz="14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  <m:r>
                                <a:rPr lang="en-US" altLang="zh-CN" sz="1400" b="1" i="1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↔</m:t>
                              </m:r>
                              <m:sSub>
                                <m:sSubPr>
                                  <m:ctrlPr>
                                    <a:rPr lang="en-US" altLang="zh-CN" sz="14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</m:sSub>
                            </m:e>
                          </m:d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sz="1400" i="1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altLang="zh-CN" sz="14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CN" sz="1400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sSubSup>
                                    <m:sSubSupPr>
                                      <m:ctrlPr>
                                        <a:rPr lang="en-US" altLang="zh-CN" sz="1400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1400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CN" sz="1400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4</m:t>
                                          </m:r>
                                        </m:sub>
                                      </m:sSub>
                                    </m:sub>
                                    <m:sup>
                                      <m:r>
                                        <a:rPr lang="en-US" altLang="zh-CN" sz="1400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bSup>
                                </m:e>
                              </m:func>
                            </m:e>
                          </m:d>
                          <m:r>
                            <a:rPr lang="en-US" altLang="zh-CN" sz="1400" i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sz="14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altLang="zh-CN" sz="14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CN" sz="140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en-US" altLang="zh-CN" sz="1400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CN" sz="1400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</m:sub>
                                  </m:sSub>
                                </m:e>
                              </m:func>
                            </m:e>
                          </m:d>
                          <m:r>
                            <a:rPr lang="en-US" altLang="zh-CN" sz="1400" i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CN" sz="14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en-US" altLang="zh-CN" sz="1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CN" sz="1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sub>
                                  </m:sSub>
                                </m:e>
                              </m:func>
                            </m:e>
                          </m:d>
                        </m:num>
                        <m:den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𝑝𝑑</m:t>
                          </m:r>
                          <m:sSub>
                            <m:sSub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𝑙𝑖𝑔h𝑡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  <m:sup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</m:e>
                          </m:d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𝑝𝑑𝑓</m:t>
                          </m:r>
                          <m:d>
                            <m:d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𝑝𝑑𝑓</m:t>
                          </m:r>
                          <m:d>
                            <m:d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r>
                        <a:rPr lang="en-US" altLang="zh-CN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𝑏𝑠𝑑𝑓</m:t>
                          </m:r>
                        </m:sub>
                      </m:sSub>
                      <m:d>
                        <m:dPr>
                          <m:ctrlPr>
                            <a:rPr lang="en-US" altLang="zh-CN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e>
                      </m:d>
                      <m:r>
                        <a:rPr lang="en-US" altLang="zh-CN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altLang="zh-CN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sSub>
                                    <m:sSubPr>
                                      <m:ctrlPr>
                                        <a:rPr lang="en-US" altLang="zh-CN" sz="14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  <m: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14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sz="14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400" b="1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</m:sSub>
                              <m:r>
                                <a:rPr lang="en-US" altLang="zh-CN" sz="14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400" b="1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altLang="zh-CN" sz="14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400" b="1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400" i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sz="1400" b="1" i="1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4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𝟒</m:t>
                                  </m:r>
                                </m:sub>
                              </m:sSub>
                              <m:r>
                                <a:rPr lang="en-US" altLang="zh-CN" sz="1400" b="1" i="1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4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</m:sSub>
                              <m:r>
                                <a:rPr lang="en-US" altLang="zh-CN" sz="1400" b="1" i="1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4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altLang="zh-CN" sz="14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altLang="zh-CN" sz="14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1400" b="1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400" b="1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𝟒</m:t>
                                  </m:r>
                                </m:sub>
                              </m:sSub>
                              <m:r>
                                <a:rPr lang="en-US" altLang="zh-CN" sz="1400" b="1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400" b="1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</m:sSub>
                            </m:e>
                          </m:d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sz="1400" i="1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altLang="zh-CN" sz="14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CN" sz="1400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en-US" altLang="zh-CN" sz="1400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CN" sz="1400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4</m:t>
                                          </m:r>
                                        </m:sub>
                                      </m:sSub>
                                    </m:sub>
                                  </m:sSub>
                                </m:e>
                              </m:func>
                            </m:e>
                          </m:d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sz="14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altLang="zh-CN" sz="14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CN" sz="140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en-US" altLang="zh-CN" sz="1400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CN" sz="1400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</m:sub>
                                  </m:sSub>
                                </m:e>
                              </m:func>
                            </m:e>
                          </m:d>
                          <m:r>
                            <a:rPr lang="en-US" altLang="zh-CN" sz="1400" i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CN" sz="14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en-US" altLang="zh-CN" sz="1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CN" sz="1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sub>
                                  </m:sSub>
                                </m:e>
                              </m:func>
                            </m:e>
                          </m:d>
                        </m:num>
                        <m:den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𝑝𝑑</m:t>
                          </m:r>
                          <m:sSub>
                            <m:sSub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𝑏𝑠𝑑𝑓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𝑝𝑑𝑓</m:t>
                          </m:r>
                          <m:d>
                            <m:d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𝑝𝑑𝑓</m:t>
                          </m:r>
                          <m:d>
                            <m:d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en-US" altLang="zh-CN" sz="1400" dirty="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EB02B2F7-751B-B91A-AD73-5EA21DFCD6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85" y="1927410"/>
                <a:ext cx="11718742" cy="502842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组合 10">
            <a:extLst>
              <a:ext uri="{FF2B5EF4-FFF2-40B4-BE49-F238E27FC236}">
                <a16:creationId xmlns:a16="http://schemas.microsoft.com/office/drawing/2014/main" id="{8777F8D5-7C98-C7FA-B5A0-53DDC49700C2}"/>
              </a:ext>
            </a:extLst>
          </p:cNvPr>
          <p:cNvGrpSpPr/>
          <p:nvPr/>
        </p:nvGrpSpPr>
        <p:grpSpPr>
          <a:xfrm>
            <a:off x="7302674" y="-75891"/>
            <a:ext cx="4824398" cy="2211573"/>
            <a:chOff x="7204799" y="23501"/>
            <a:chExt cx="4884695" cy="2239214"/>
          </a:xfrm>
        </p:grpSpPr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E5A7E60A-08DF-9568-C7DA-1FB1C5D3E7AB}"/>
                </a:ext>
              </a:extLst>
            </p:cNvPr>
            <p:cNvGrpSpPr/>
            <p:nvPr/>
          </p:nvGrpSpPr>
          <p:grpSpPr>
            <a:xfrm>
              <a:off x="7204799" y="23501"/>
              <a:ext cx="4884695" cy="2239214"/>
              <a:chOff x="5222744" y="3751106"/>
              <a:chExt cx="5902730" cy="2705896"/>
            </a:xfrm>
          </p:grpSpPr>
          <p:cxnSp>
            <p:nvCxnSpPr>
              <p:cNvPr id="15" name="直接连接符 14">
                <a:extLst>
                  <a:ext uri="{FF2B5EF4-FFF2-40B4-BE49-F238E27FC236}">
                    <a16:creationId xmlns:a16="http://schemas.microsoft.com/office/drawing/2014/main" id="{D9203ABA-9558-12CD-47DA-03BD1067035C}"/>
                  </a:ext>
                </a:extLst>
              </p:cNvPr>
              <p:cNvCxnSpPr/>
              <p:nvPr/>
            </p:nvCxnSpPr>
            <p:spPr>
              <a:xfrm>
                <a:off x="6392374" y="4489253"/>
                <a:ext cx="776037" cy="306805"/>
              </a:xfrm>
              <a:prstGeom prst="line">
                <a:avLst/>
              </a:prstGeom>
              <a:ln w="38100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接连接符 38">
                <a:extLst>
                  <a:ext uri="{FF2B5EF4-FFF2-40B4-BE49-F238E27FC236}">
                    <a16:creationId xmlns:a16="http://schemas.microsoft.com/office/drawing/2014/main" id="{9323C15D-72C5-DAD2-EC8D-4D0F6E6895E0}"/>
                  </a:ext>
                </a:extLst>
              </p:cNvPr>
              <p:cNvCxnSpPr/>
              <p:nvPr/>
            </p:nvCxnSpPr>
            <p:spPr>
              <a:xfrm>
                <a:off x="7168411" y="4796058"/>
                <a:ext cx="776037" cy="306805"/>
              </a:xfrm>
              <a:prstGeom prst="line">
                <a:avLst/>
              </a:prstGeom>
              <a:ln w="38100"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接连接符 43">
                <a:extLst>
                  <a:ext uri="{FF2B5EF4-FFF2-40B4-BE49-F238E27FC236}">
                    <a16:creationId xmlns:a16="http://schemas.microsoft.com/office/drawing/2014/main" id="{8292D1FF-34C9-F4D8-25AF-9DE3D1A83D8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168411" y="4542463"/>
                <a:ext cx="774162" cy="253594"/>
              </a:xfrm>
              <a:prstGeom prst="line">
                <a:avLst/>
              </a:prstGeom>
              <a:ln w="38100">
                <a:solidFill>
                  <a:srgbClr val="FFC000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>
                <a:extLst>
                  <a:ext uri="{FF2B5EF4-FFF2-40B4-BE49-F238E27FC236}">
                    <a16:creationId xmlns:a16="http://schemas.microsoft.com/office/drawing/2014/main" id="{BE577699-5A51-1159-8852-641B284E57CA}"/>
                  </a:ext>
                </a:extLst>
              </p:cNvPr>
              <p:cNvCxnSpPr/>
              <p:nvPr/>
            </p:nvCxnSpPr>
            <p:spPr>
              <a:xfrm>
                <a:off x="7944448" y="5102863"/>
                <a:ext cx="776037" cy="306805"/>
              </a:xfrm>
              <a:prstGeom prst="line">
                <a:avLst/>
              </a:prstGeom>
              <a:ln w="38100"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连接符 45">
                <a:extLst>
                  <a:ext uri="{FF2B5EF4-FFF2-40B4-BE49-F238E27FC236}">
                    <a16:creationId xmlns:a16="http://schemas.microsoft.com/office/drawing/2014/main" id="{01D83D9A-5D79-E40A-5833-9450F12B338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944448" y="4849267"/>
                <a:ext cx="776037" cy="253596"/>
              </a:xfrm>
              <a:prstGeom prst="line">
                <a:avLst/>
              </a:prstGeom>
              <a:ln w="38100">
                <a:solidFill>
                  <a:srgbClr val="FFC000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接连接符 46">
                <a:extLst>
                  <a:ext uri="{FF2B5EF4-FFF2-40B4-BE49-F238E27FC236}">
                    <a16:creationId xmlns:a16="http://schemas.microsoft.com/office/drawing/2014/main" id="{4FFDBA5D-7B3D-DB7C-29D9-21E48D35E67C}"/>
                  </a:ext>
                </a:extLst>
              </p:cNvPr>
              <p:cNvCxnSpPr/>
              <p:nvPr/>
            </p:nvCxnSpPr>
            <p:spPr>
              <a:xfrm>
                <a:off x="8720485" y="5409668"/>
                <a:ext cx="776037" cy="306805"/>
              </a:xfrm>
              <a:prstGeom prst="line">
                <a:avLst/>
              </a:prstGeom>
              <a:ln w="38100"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连接符 47">
                <a:extLst>
                  <a:ext uri="{FF2B5EF4-FFF2-40B4-BE49-F238E27FC236}">
                    <a16:creationId xmlns:a16="http://schemas.microsoft.com/office/drawing/2014/main" id="{7152F146-7CF5-9BD9-2B10-BB13284F9DD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720485" y="5156072"/>
                <a:ext cx="776037" cy="253596"/>
              </a:xfrm>
              <a:prstGeom prst="line">
                <a:avLst/>
              </a:prstGeom>
              <a:ln w="38100">
                <a:solidFill>
                  <a:srgbClr val="FFC000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接连接符 48">
                <a:extLst>
                  <a:ext uri="{FF2B5EF4-FFF2-40B4-BE49-F238E27FC236}">
                    <a16:creationId xmlns:a16="http://schemas.microsoft.com/office/drawing/2014/main" id="{5A753EC8-736F-1519-FB30-3E7719624C52}"/>
                  </a:ext>
                </a:extLst>
              </p:cNvPr>
              <p:cNvCxnSpPr/>
              <p:nvPr/>
            </p:nvCxnSpPr>
            <p:spPr>
              <a:xfrm>
                <a:off x="9496522" y="5711457"/>
                <a:ext cx="776037" cy="306805"/>
              </a:xfrm>
              <a:prstGeom prst="line">
                <a:avLst/>
              </a:prstGeom>
              <a:ln w="38100"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接连接符 49">
                <a:extLst>
                  <a:ext uri="{FF2B5EF4-FFF2-40B4-BE49-F238E27FC236}">
                    <a16:creationId xmlns:a16="http://schemas.microsoft.com/office/drawing/2014/main" id="{B6ADF6EC-95BF-CCCB-D2F1-AFB80FE3585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496522" y="5457861"/>
                <a:ext cx="776037" cy="253596"/>
              </a:xfrm>
              <a:prstGeom prst="line">
                <a:avLst/>
              </a:prstGeom>
              <a:ln w="38100">
                <a:solidFill>
                  <a:srgbClr val="FFC000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1" name="文本框 50">
                    <a:extLst>
                      <a:ext uri="{FF2B5EF4-FFF2-40B4-BE49-F238E27FC236}">
                        <a16:creationId xmlns:a16="http://schemas.microsoft.com/office/drawing/2014/main" id="{82CAA50A-86BF-9307-D4C2-A2795E983408}"/>
                      </a:ext>
                    </a:extLst>
                  </p:cNvPr>
                  <p:cNvSpPr txBox="1"/>
                  <p:nvPr/>
                </p:nvSpPr>
                <p:spPr>
                  <a:xfrm>
                    <a:off x="5943300" y="4255629"/>
                    <a:ext cx="558062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27" name="文本框 26">
                    <a:extLst>
                      <a:ext uri="{FF2B5EF4-FFF2-40B4-BE49-F238E27FC236}">
                        <a16:creationId xmlns:a16="http://schemas.microsoft.com/office/drawing/2014/main" id="{4EC0AFC5-A53C-7175-EE94-FD6FE105C9E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43300" y="4255629"/>
                    <a:ext cx="558062" cy="369332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b="-819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2" name="文本框 51">
                    <a:extLst>
                      <a:ext uri="{FF2B5EF4-FFF2-40B4-BE49-F238E27FC236}">
                        <a16:creationId xmlns:a16="http://schemas.microsoft.com/office/drawing/2014/main" id="{F10470D8-2406-894C-21C1-866F9851C315}"/>
                      </a:ext>
                    </a:extLst>
                  </p:cNvPr>
                  <p:cNvSpPr txBox="1"/>
                  <p:nvPr/>
                </p:nvSpPr>
                <p:spPr>
                  <a:xfrm>
                    <a:off x="6795472" y="4733531"/>
                    <a:ext cx="558062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28" name="文本框 27">
                    <a:extLst>
                      <a:ext uri="{FF2B5EF4-FFF2-40B4-BE49-F238E27FC236}">
                        <a16:creationId xmlns:a16="http://schemas.microsoft.com/office/drawing/2014/main" id="{F2577CEC-13DD-A5BE-A401-C8CAAE0B126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795472" y="4733531"/>
                    <a:ext cx="558062" cy="369332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b="-819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3" name="文本框 52">
                    <a:extLst>
                      <a:ext uri="{FF2B5EF4-FFF2-40B4-BE49-F238E27FC236}">
                        <a16:creationId xmlns:a16="http://schemas.microsoft.com/office/drawing/2014/main" id="{8C3EE60C-3766-4DFA-E3B9-987998A14305}"/>
                      </a:ext>
                    </a:extLst>
                  </p:cNvPr>
                  <p:cNvSpPr txBox="1"/>
                  <p:nvPr/>
                </p:nvSpPr>
                <p:spPr>
                  <a:xfrm>
                    <a:off x="7618463" y="4096381"/>
                    <a:ext cx="558062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29" name="文本框 28">
                    <a:extLst>
                      <a:ext uri="{FF2B5EF4-FFF2-40B4-BE49-F238E27FC236}">
                        <a16:creationId xmlns:a16="http://schemas.microsoft.com/office/drawing/2014/main" id="{B5CC0EBD-ED9F-46A0-8E2F-BDEAF78480B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618463" y="4096381"/>
                    <a:ext cx="558062" cy="369332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b="-655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4" name="文本框 53">
                    <a:extLst>
                      <a:ext uri="{FF2B5EF4-FFF2-40B4-BE49-F238E27FC236}">
                        <a16:creationId xmlns:a16="http://schemas.microsoft.com/office/drawing/2014/main" id="{1BE86A16-680C-A08A-D97C-C7B6951F435A}"/>
                      </a:ext>
                    </a:extLst>
                  </p:cNvPr>
                  <p:cNvSpPr txBox="1"/>
                  <p:nvPr/>
                </p:nvSpPr>
                <p:spPr>
                  <a:xfrm>
                    <a:off x="7060912" y="5040335"/>
                    <a:ext cx="1525862" cy="646331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altLang="zh-CN" dirty="0"/>
                  </a:p>
                  <a:p>
                    <a:pPr algn="ctr"/>
                    <a:r>
                      <a:rPr lang="en-US" altLang="zh-CN" dirty="0"/>
                      <a:t>(</a:t>
                    </a:r>
                    <a:r>
                      <a:rPr lang="en-US" altLang="zh-CN" dirty="0">
                        <a:solidFill>
                          <a:srgbClr val="00B050"/>
                        </a:solidFill>
                      </a:rPr>
                      <a:t>specular</a:t>
                    </a:r>
                    <a:r>
                      <a:rPr lang="en-US" altLang="zh-CN" dirty="0"/>
                      <a:t>)</a:t>
                    </a:r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30" name="文本框 29">
                    <a:extLst>
                      <a:ext uri="{FF2B5EF4-FFF2-40B4-BE49-F238E27FC236}">
                        <a16:creationId xmlns:a16="http://schemas.microsoft.com/office/drawing/2014/main" id="{8921D3EC-DF15-60D2-BE47-B1319E752AF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060912" y="5040335"/>
                    <a:ext cx="1525862" cy="646331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l="-3902" r="-4390" b="-3908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5" name="文本框 54">
                    <a:extLst>
                      <a:ext uri="{FF2B5EF4-FFF2-40B4-BE49-F238E27FC236}">
                        <a16:creationId xmlns:a16="http://schemas.microsoft.com/office/drawing/2014/main" id="{6C801D57-7CF5-237B-0D64-05753485F26C}"/>
                      </a:ext>
                    </a:extLst>
                  </p:cNvPr>
                  <p:cNvSpPr txBox="1"/>
                  <p:nvPr/>
                </p:nvSpPr>
                <p:spPr>
                  <a:xfrm>
                    <a:off x="8586263" y="4456803"/>
                    <a:ext cx="558062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  <m:sup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31" name="文本框 30">
                    <a:extLst>
                      <a:ext uri="{FF2B5EF4-FFF2-40B4-BE49-F238E27FC236}">
                        <a16:creationId xmlns:a16="http://schemas.microsoft.com/office/drawing/2014/main" id="{CCBF21B8-A157-8A0A-4A1B-80B7399ABB2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586263" y="4456803"/>
                    <a:ext cx="558062" cy="369332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b="-819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6" name="文本框 55">
                    <a:extLst>
                      <a:ext uri="{FF2B5EF4-FFF2-40B4-BE49-F238E27FC236}">
                        <a16:creationId xmlns:a16="http://schemas.microsoft.com/office/drawing/2014/main" id="{3F0D9446-E24B-94B6-1221-393093AEB5E8}"/>
                      </a:ext>
                    </a:extLst>
                  </p:cNvPr>
                  <p:cNvSpPr txBox="1"/>
                  <p:nvPr/>
                </p:nvSpPr>
                <p:spPr>
                  <a:xfrm>
                    <a:off x="8483096" y="5331416"/>
                    <a:ext cx="558062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32" name="文本框 31">
                    <a:extLst>
                      <a:ext uri="{FF2B5EF4-FFF2-40B4-BE49-F238E27FC236}">
                        <a16:creationId xmlns:a16="http://schemas.microsoft.com/office/drawing/2014/main" id="{E51F5D28-8AEC-90FB-0AB5-7D3F66EC643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483096" y="5331416"/>
                    <a:ext cx="558062" cy="369332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 b="-8333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7" name="文本框 56">
                    <a:extLst>
                      <a:ext uri="{FF2B5EF4-FFF2-40B4-BE49-F238E27FC236}">
                        <a16:creationId xmlns:a16="http://schemas.microsoft.com/office/drawing/2014/main" id="{84521557-6CB7-A969-B3C6-D07281B9368B}"/>
                      </a:ext>
                    </a:extLst>
                  </p:cNvPr>
                  <p:cNvSpPr txBox="1"/>
                  <p:nvPr/>
                </p:nvSpPr>
                <p:spPr>
                  <a:xfrm>
                    <a:off x="9386637" y="4796057"/>
                    <a:ext cx="558062" cy="37818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  <m:sup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33" name="文本框 32">
                    <a:extLst>
                      <a:ext uri="{FF2B5EF4-FFF2-40B4-BE49-F238E27FC236}">
                        <a16:creationId xmlns:a16="http://schemas.microsoft.com/office/drawing/2014/main" id="{9A8143DE-08E0-4FD6-34DE-A7BD99ADF51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386637" y="4796057"/>
                    <a:ext cx="558062" cy="378180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 b="-4839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8" name="文本框 57">
                    <a:extLst>
                      <a:ext uri="{FF2B5EF4-FFF2-40B4-BE49-F238E27FC236}">
                        <a16:creationId xmlns:a16="http://schemas.microsoft.com/office/drawing/2014/main" id="{9E2D14A8-7FC1-E6BA-5F9F-42650484A0B5}"/>
                      </a:ext>
                    </a:extLst>
                  </p:cNvPr>
                  <p:cNvSpPr txBox="1"/>
                  <p:nvPr/>
                </p:nvSpPr>
                <p:spPr>
                  <a:xfrm>
                    <a:off x="9225010" y="5711456"/>
                    <a:ext cx="558062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34" name="文本框 33">
                    <a:extLst>
                      <a:ext uri="{FF2B5EF4-FFF2-40B4-BE49-F238E27FC236}">
                        <a16:creationId xmlns:a16="http://schemas.microsoft.com/office/drawing/2014/main" id="{C2EF20B4-DCCC-1203-8DF1-80ED78DD325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225010" y="5711456"/>
                    <a:ext cx="558062" cy="369332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 b="-655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9" name="文本框 58">
                    <a:extLst>
                      <a:ext uri="{FF2B5EF4-FFF2-40B4-BE49-F238E27FC236}">
                        <a16:creationId xmlns:a16="http://schemas.microsoft.com/office/drawing/2014/main" id="{C48AFB54-5960-2BF5-A8E5-F0AD1C29CDA3}"/>
                      </a:ext>
                    </a:extLst>
                  </p:cNvPr>
                  <p:cNvSpPr txBox="1"/>
                  <p:nvPr/>
                </p:nvSpPr>
                <p:spPr>
                  <a:xfrm>
                    <a:off x="10216211" y="5108876"/>
                    <a:ext cx="558062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  <m:sup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35" name="文本框 34">
                    <a:extLst>
                      <a:ext uri="{FF2B5EF4-FFF2-40B4-BE49-F238E27FC236}">
                        <a16:creationId xmlns:a16="http://schemas.microsoft.com/office/drawing/2014/main" id="{1D648578-C773-1903-4AFF-E74C325B7B3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216211" y="5108876"/>
                    <a:ext cx="558062" cy="369332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 b="-819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0" name="文本框 59">
                    <a:extLst>
                      <a:ext uri="{FF2B5EF4-FFF2-40B4-BE49-F238E27FC236}">
                        <a16:creationId xmlns:a16="http://schemas.microsoft.com/office/drawing/2014/main" id="{936DD5B3-ACF6-5840-45A0-1E59FFD4930A}"/>
                      </a:ext>
                    </a:extLst>
                  </p:cNvPr>
                  <p:cNvSpPr txBox="1"/>
                  <p:nvPr/>
                </p:nvSpPr>
                <p:spPr>
                  <a:xfrm>
                    <a:off x="10126279" y="5959036"/>
                    <a:ext cx="558062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36" name="文本框 35">
                    <a:extLst>
                      <a:ext uri="{FF2B5EF4-FFF2-40B4-BE49-F238E27FC236}">
                        <a16:creationId xmlns:a16="http://schemas.microsoft.com/office/drawing/2014/main" id="{FAEC77C9-FFE7-2FD2-2D2C-78595C6099D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126279" y="5959036"/>
                    <a:ext cx="558062" cy="369332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 b="-8333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1" name="文本框 60">
                    <a:extLst>
                      <a:ext uri="{FF2B5EF4-FFF2-40B4-BE49-F238E27FC236}">
                        <a16:creationId xmlns:a16="http://schemas.microsoft.com/office/drawing/2014/main" id="{F875CBFE-C0A0-9AAE-0B82-8517E9F55858}"/>
                      </a:ext>
                    </a:extLst>
                  </p:cNvPr>
                  <p:cNvSpPr txBox="1"/>
                  <p:nvPr/>
                </p:nvSpPr>
                <p:spPr>
                  <a:xfrm>
                    <a:off x="10544071" y="5737925"/>
                    <a:ext cx="558062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……</m:t>
                          </m:r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37" name="文本框 36">
                    <a:extLst>
                      <a:ext uri="{FF2B5EF4-FFF2-40B4-BE49-F238E27FC236}">
                        <a16:creationId xmlns:a16="http://schemas.microsoft.com/office/drawing/2014/main" id="{208EEAD8-BED4-97E1-8633-D7A78A34BA2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544071" y="5737925"/>
                    <a:ext cx="558062" cy="369332"/>
                  </a:xfrm>
                  <a:prstGeom prst="rect">
                    <a:avLst/>
                  </a:prstGeom>
                  <a:blipFill>
                    <a:blip r:embed="rId2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2" name="文本框 61">
                    <a:extLst>
                      <a:ext uri="{FF2B5EF4-FFF2-40B4-BE49-F238E27FC236}">
                        <a16:creationId xmlns:a16="http://schemas.microsoft.com/office/drawing/2014/main" id="{84C54E3F-11AA-9CE0-E7D5-F0653F8BAEF9}"/>
                      </a:ext>
                    </a:extLst>
                  </p:cNvPr>
                  <p:cNvSpPr txBox="1"/>
                  <p:nvPr/>
                </p:nvSpPr>
                <p:spPr>
                  <a:xfrm>
                    <a:off x="5222744" y="3764142"/>
                    <a:ext cx="2044528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altLang="zh-CN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b="0" i="1" dirty="0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CN" b="0" i="1" dirty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+…</m:t>
                          </m:r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38" name="文本框 37">
                    <a:extLst>
                      <a:ext uri="{FF2B5EF4-FFF2-40B4-BE49-F238E27FC236}">
                        <a16:creationId xmlns:a16="http://schemas.microsoft.com/office/drawing/2014/main" id="{97C082F2-483B-FA9D-61E4-8A6B4C399EA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22744" y="3764142"/>
                    <a:ext cx="2044528" cy="369332"/>
                  </a:xfrm>
                  <a:prstGeom prst="rect">
                    <a:avLst/>
                  </a:prstGeom>
                  <a:blipFill>
                    <a:blip r:embed="rId21"/>
                    <a:stretch>
                      <a:fillRect b="-819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3" name="文本框 62">
                    <a:extLst>
                      <a:ext uri="{FF2B5EF4-FFF2-40B4-BE49-F238E27FC236}">
                        <a16:creationId xmlns:a16="http://schemas.microsoft.com/office/drawing/2014/main" id="{90F15D9E-0425-44BA-EEE2-D477B4E2D847}"/>
                      </a:ext>
                    </a:extLst>
                  </p:cNvPr>
                  <p:cNvSpPr txBox="1"/>
                  <p:nvPr/>
                </p:nvSpPr>
                <p:spPr>
                  <a:xfrm>
                    <a:off x="7647800" y="3751106"/>
                    <a:ext cx="938463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altLang="zh-CN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b="0" i="1" dirty="0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CN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40" name="文本框 39">
                    <a:extLst>
                      <a:ext uri="{FF2B5EF4-FFF2-40B4-BE49-F238E27FC236}">
                        <a16:creationId xmlns:a16="http://schemas.microsoft.com/office/drawing/2014/main" id="{3077BE0B-7E7B-9853-2706-BE172C268B6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647800" y="3751106"/>
                    <a:ext cx="938463" cy="369332"/>
                  </a:xfrm>
                  <a:prstGeom prst="rect">
                    <a:avLst/>
                  </a:prstGeom>
                  <a:blipFill>
                    <a:blip r:embed="rId22"/>
                    <a:stretch>
                      <a:fillRect r="-7143" b="-819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4" name="文本框 63">
                    <a:extLst>
                      <a:ext uri="{FF2B5EF4-FFF2-40B4-BE49-F238E27FC236}">
                        <a16:creationId xmlns:a16="http://schemas.microsoft.com/office/drawing/2014/main" id="{CB0337C6-3D5F-1614-5349-6875AA037E8D}"/>
                      </a:ext>
                    </a:extLst>
                  </p:cNvPr>
                  <p:cNvSpPr txBox="1"/>
                  <p:nvPr/>
                </p:nvSpPr>
                <p:spPr>
                  <a:xfrm>
                    <a:off x="7090411" y="5817019"/>
                    <a:ext cx="2618076" cy="639983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                   +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altLang="zh-CN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b="0" i="1" dirty="0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CN" b="0" i="1" dirty="0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,  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𝑖𝑓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𝑖𝑠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𝑙𝑖𝑔h𝑡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𝑠𝑜𝑢𝑟𝑐𝑒</m:t>
                          </m:r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41" name="文本框 40">
                    <a:extLst>
                      <a:ext uri="{FF2B5EF4-FFF2-40B4-BE49-F238E27FC236}">
                        <a16:creationId xmlns:a16="http://schemas.microsoft.com/office/drawing/2014/main" id="{296BA943-BAAF-2F72-4FCA-EE6D21A4434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090411" y="5817019"/>
                    <a:ext cx="2618076" cy="639983"/>
                  </a:xfrm>
                  <a:prstGeom prst="rect">
                    <a:avLst/>
                  </a:prstGeom>
                  <a:blipFill>
                    <a:blip r:embed="rId23"/>
                    <a:stretch>
                      <a:fillRect l="-855" r="-1425" b="-32941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5" name="文本框 64">
                    <a:extLst>
                      <a:ext uri="{FF2B5EF4-FFF2-40B4-BE49-F238E27FC236}">
                        <a16:creationId xmlns:a16="http://schemas.microsoft.com/office/drawing/2014/main" id="{F698C563-90ED-F752-5931-741A6ADCF450}"/>
                      </a:ext>
                    </a:extLst>
                  </p:cNvPr>
                  <p:cNvSpPr txBox="1"/>
                  <p:nvPr/>
                </p:nvSpPr>
                <p:spPr>
                  <a:xfrm>
                    <a:off x="9386637" y="4427582"/>
                    <a:ext cx="938463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altLang="zh-CN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b="0" i="1" dirty="0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CN" b="0" i="1" dirty="0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</m:e>
                          </m:d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42" name="文本框 41">
                    <a:extLst>
                      <a:ext uri="{FF2B5EF4-FFF2-40B4-BE49-F238E27FC236}">
                        <a16:creationId xmlns:a16="http://schemas.microsoft.com/office/drawing/2014/main" id="{A813CFA7-6A37-F876-00FE-0F599FDCACA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386637" y="4427582"/>
                    <a:ext cx="938463" cy="369332"/>
                  </a:xfrm>
                  <a:prstGeom prst="rect">
                    <a:avLst/>
                  </a:prstGeom>
                  <a:blipFill>
                    <a:blip r:embed="rId24"/>
                    <a:stretch>
                      <a:fillRect r="-7143" b="-819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6" name="文本框 65">
                    <a:extLst>
                      <a:ext uri="{FF2B5EF4-FFF2-40B4-BE49-F238E27FC236}">
                        <a16:creationId xmlns:a16="http://schemas.microsoft.com/office/drawing/2014/main" id="{64454F8F-3E04-621F-DB26-4E12DF842018}"/>
                      </a:ext>
                    </a:extLst>
                  </p:cNvPr>
                  <p:cNvSpPr txBox="1"/>
                  <p:nvPr/>
                </p:nvSpPr>
                <p:spPr>
                  <a:xfrm>
                    <a:off x="10187011" y="4798354"/>
                    <a:ext cx="938463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altLang="zh-CN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b="0" i="1" dirty="0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CN" b="0" i="1" dirty="0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sub>
                              </m:sSub>
                            </m:e>
                          </m:d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43" name="文本框 42">
                    <a:extLst>
                      <a:ext uri="{FF2B5EF4-FFF2-40B4-BE49-F238E27FC236}">
                        <a16:creationId xmlns:a16="http://schemas.microsoft.com/office/drawing/2014/main" id="{69CB18C4-4DA1-0C44-FE76-050A473B446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187011" y="4798354"/>
                    <a:ext cx="938463" cy="369332"/>
                  </a:xfrm>
                  <a:prstGeom prst="rect">
                    <a:avLst/>
                  </a:prstGeom>
                  <a:blipFill>
                    <a:blip r:embed="rId25"/>
                    <a:stretch>
                      <a:fillRect r="-7792" b="-819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67" name="直接连接符 66">
                <a:extLst>
                  <a:ext uri="{FF2B5EF4-FFF2-40B4-BE49-F238E27FC236}">
                    <a16:creationId xmlns:a16="http://schemas.microsoft.com/office/drawing/2014/main" id="{046743BD-4712-4AB5-A16E-3306390BC000}"/>
                  </a:ext>
                </a:extLst>
              </p:cNvPr>
              <p:cNvCxnSpPr/>
              <p:nvPr/>
            </p:nvCxnSpPr>
            <p:spPr>
              <a:xfrm>
                <a:off x="8176525" y="4826135"/>
                <a:ext cx="306571" cy="329937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直接连接符 67">
                <a:extLst>
                  <a:ext uri="{FF2B5EF4-FFF2-40B4-BE49-F238E27FC236}">
                    <a16:creationId xmlns:a16="http://schemas.microsoft.com/office/drawing/2014/main" id="{E7A66D58-8271-1744-D430-878317D5A1C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169412" y="4809873"/>
                <a:ext cx="306571" cy="329937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文本框 12">
                  <a:extLst>
                    <a:ext uri="{FF2B5EF4-FFF2-40B4-BE49-F238E27FC236}">
                      <a16:creationId xmlns:a16="http://schemas.microsoft.com/office/drawing/2014/main" id="{A186F78B-E0AC-7508-394B-C4E1051CDC0E}"/>
                    </a:ext>
                  </a:extLst>
                </p:cNvPr>
                <p:cNvSpPr txBox="1"/>
                <p:nvPr/>
              </p:nvSpPr>
              <p:spPr>
                <a:xfrm>
                  <a:off x="8806867" y="875100"/>
                  <a:ext cx="461814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D70AAFFA-1D7B-9636-B2C3-779FBB59E42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06867" y="875100"/>
                  <a:ext cx="461814" cy="369332"/>
                </a:xfrm>
                <a:prstGeom prst="rect">
                  <a:avLst/>
                </a:prstGeom>
                <a:blipFill>
                  <a:blip r:embed="rId26"/>
                  <a:stretch>
                    <a:fillRect b="-169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F9A9D187-B7F2-07FA-251A-F1D37CC60063}"/>
                    </a:ext>
                  </a:extLst>
                </p:cNvPr>
                <p:cNvSpPr txBox="1"/>
                <p:nvPr/>
              </p:nvSpPr>
              <p:spPr>
                <a:xfrm>
                  <a:off x="9449062" y="1128146"/>
                  <a:ext cx="461814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4C5EEC08-C16A-1CFA-A8F6-8B09C0ED639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49062" y="1128146"/>
                  <a:ext cx="461814" cy="369332"/>
                </a:xfrm>
                <a:prstGeom prst="rect">
                  <a:avLst/>
                </a:prstGeom>
                <a:blipFill>
                  <a:blip r:embed="rId27"/>
                  <a:stretch>
                    <a:fillRect b="-169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文本框 68">
                <a:extLst>
                  <a:ext uri="{FF2B5EF4-FFF2-40B4-BE49-F238E27FC236}">
                    <a16:creationId xmlns:a16="http://schemas.microsoft.com/office/drawing/2014/main" id="{8D40F68B-8E38-F2EB-43CA-B7FC7A675011}"/>
                  </a:ext>
                </a:extLst>
              </p:cNvPr>
              <p:cNvSpPr txBox="1"/>
              <p:nvPr/>
            </p:nvSpPr>
            <p:spPr>
              <a:xfrm>
                <a:off x="8855280" y="225973"/>
                <a:ext cx="46181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9" name="文本框 68">
                <a:extLst>
                  <a:ext uri="{FF2B5EF4-FFF2-40B4-BE49-F238E27FC236}">
                    <a16:creationId xmlns:a16="http://schemas.microsoft.com/office/drawing/2014/main" id="{8D40F68B-8E38-F2EB-43CA-B7FC7A6750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55280" y="225973"/>
                <a:ext cx="461814" cy="369332"/>
              </a:xfrm>
              <a:prstGeom prst="rect">
                <a:avLst/>
              </a:prstGeom>
              <a:blipFill>
                <a:blip r:embed="rId28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文本框 69">
                <a:extLst>
                  <a:ext uri="{FF2B5EF4-FFF2-40B4-BE49-F238E27FC236}">
                    <a16:creationId xmlns:a16="http://schemas.microsoft.com/office/drawing/2014/main" id="{2BDA27A6-7F37-37D2-7F60-7F205F944171}"/>
                  </a:ext>
                </a:extLst>
              </p:cNvPr>
              <p:cNvSpPr txBox="1"/>
              <p:nvPr/>
            </p:nvSpPr>
            <p:spPr>
              <a:xfrm>
                <a:off x="9686966" y="398161"/>
                <a:ext cx="461814" cy="3781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70" name="文本框 69">
                <a:extLst>
                  <a:ext uri="{FF2B5EF4-FFF2-40B4-BE49-F238E27FC236}">
                    <a16:creationId xmlns:a16="http://schemas.microsoft.com/office/drawing/2014/main" id="{2BDA27A6-7F37-37D2-7F60-7F205F9441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86966" y="398161"/>
                <a:ext cx="461814" cy="378180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223619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35F361-2055-3990-65A9-2AD04667A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7122145-4DFD-5988-71BD-6CF459B928C1}"/>
              </a:ext>
            </a:extLst>
          </p:cNvPr>
          <p:cNvSpPr>
            <a:spLocks noGrp="1"/>
          </p:cNvSpPr>
          <p:nvPr>
            <p:ph type="title" idx="1"/>
          </p:nvPr>
        </p:nvSpPr>
        <p:spPr/>
        <p:txBody>
          <a:bodyPr/>
          <a:lstStyle/>
          <a:p>
            <a:r>
              <a:rPr lang="zh-CN" altLang="en-US" dirty="0"/>
              <a:t>应用多重重要性采样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B5CAD51F-10C8-DDED-2D61-FC8C35A675CB}"/>
                  </a:ext>
                </a:extLst>
              </p:cNvPr>
              <p:cNvSpPr txBox="1"/>
              <p:nvPr/>
            </p:nvSpPr>
            <p:spPr>
              <a:xfrm>
                <a:off x="412773" y="887378"/>
                <a:ext cx="11262629" cy="372929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1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zh-CN" sz="1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1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1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zh-CN" sz="1400" b="1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zh-C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d>
                        <m:dPr>
                          <m:ctrlPr>
                            <a:rPr lang="en-US" altLang="zh-CN" sz="1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altLang="zh-CN" sz="1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zh-CN" sz="1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sSub>
                            <m:sSubPr>
                              <m:ctrlPr>
                                <a:rPr lang="en-US" altLang="zh-CN" sz="1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altLang="zh-CN" sz="1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zh-CN" sz="14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1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zh-CN" sz="1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1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1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zh-CN" sz="1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sSub>
                        <m:sSubPr>
                          <m:ctrlPr>
                            <a:rPr lang="en-US" altLang="zh-C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𝑙𝑖𝑔h𝑡</m:t>
                          </m:r>
                        </m:sub>
                      </m:sSub>
                      <m:d>
                        <m:dPr>
                          <m:ctrlPr>
                            <a:rPr lang="en-US" altLang="zh-CN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</m:e>
                      </m:d>
                      <m:f>
                        <m:fPr>
                          <m:ctrlPr>
                            <a:rPr lang="en-US" altLang="zh-CN" sz="1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sz="14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  <m:sup>
                                  <m: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  <m:r>
                                <a:rPr lang="en-US" altLang="zh-CN" sz="1400" b="1" i="1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altLang="zh-CN" sz="1400" b="1" i="1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14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  <m:sup>
                                  <m: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  <m:r>
                                <a:rPr lang="en-US" altLang="zh-CN" sz="1400" b="1" i="1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𝑉</m:t>
                          </m:r>
                          <m:d>
                            <m:dPr>
                              <m:ctrlPr>
                                <a:rPr lang="en-US" altLang="zh-CN" sz="14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  <m:sup>
                                  <m: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  <m:r>
                                <a:rPr lang="en-US" altLang="zh-CN" sz="1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↔</m:t>
                              </m:r>
                              <m:sSub>
                                <m:sSubPr>
                                  <m:ctrlPr>
                                    <a:rPr lang="en-US" altLang="zh-CN" sz="14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sz="1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CN" sz="140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sSubSup>
                                    <m:sSubSupPr>
                                      <m:ctrlPr>
                                        <a:rPr lang="en-US" altLang="zh-CN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1400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CN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sub>
                                    <m:sup>
                                      <m:r>
                                        <a:rPr lang="en-US" altLang="zh-CN" sz="1400" i="1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bSup>
                                </m:e>
                              </m:func>
                            </m:e>
                          </m:d>
                        </m:num>
                        <m:den>
                          <m:r>
                            <a:rPr lang="en-US" altLang="zh-CN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𝑝𝑑</m:t>
                          </m:r>
                          <m:sSub>
                            <m:sSubPr>
                              <m:ctrlPr>
                                <a:rPr lang="en-US" altLang="zh-CN" sz="1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𝑙𝑖𝑔h𝑡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1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</m:e>
                          </m:d>
                          <m:r>
                            <a:rPr lang="en-US" altLang="zh-CN" sz="1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  <m:r>
                        <a:rPr lang="en-US" altLang="zh-CN" sz="1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𝑏𝑠𝑑𝑓</m:t>
                          </m:r>
                        </m:sub>
                      </m:sSub>
                      <m:d>
                        <m:dPr>
                          <m:ctrlPr>
                            <a:rPr lang="en-US" altLang="zh-CN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f>
                        <m:fPr>
                          <m:ctrlPr>
                            <a:rPr lang="en-US" altLang="zh-CN" sz="1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sz="14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altLang="zh-CN" sz="1400" b="1" i="1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altLang="zh-CN" sz="1400" b="1" i="1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14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 smtClean="0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altLang="zh-CN" sz="1400" b="1" i="1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sz="1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CN" sz="140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en-US" altLang="zh-CN" sz="1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0" i="1" smtClean="0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CN" sz="1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sub>
                                  </m:sSub>
                                </m:e>
                              </m:func>
                            </m:e>
                          </m:d>
                        </m:num>
                        <m:den>
                          <m:r>
                            <a:rPr lang="en-US" altLang="zh-CN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𝑝𝑑</m:t>
                          </m:r>
                          <m:sSub>
                            <m:sSubPr>
                              <m:ctrlPr>
                                <a:rPr lang="en-US" altLang="zh-CN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𝑏𝑠𝑑𝑓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1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lang="en-US" altLang="zh-CN" sz="14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1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zh-CN" sz="1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1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1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en-US" altLang="zh-CN" sz="1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sSub>
                        <m:sSubPr>
                          <m:ctrlPr>
                            <a:rPr lang="en-US" altLang="zh-C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𝑙𝑖𝑔h𝑡</m:t>
                          </m:r>
                        </m:sub>
                      </m:sSub>
                      <m:d>
                        <m:dPr>
                          <m:ctrlPr>
                            <a:rPr lang="en-US" altLang="zh-C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CN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CN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b>
                            <m:sup>
                              <m:r>
                                <a:rPr lang="en-US" altLang="zh-CN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</m:e>
                      </m:d>
                      <m:f>
                        <m:fPr>
                          <m:ctrlPr>
                            <a:rPr lang="en-US" altLang="zh-CN" sz="1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sz="1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altLang="zh-CN" sz="1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altLang="zh-CN" sz="1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sz="1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CN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  <m:sup>
                                  <m:r>
                                    <a:rPr lang="en-US" altLang="zh-CN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  <m:r>
                                <a:rPr lang="en-US" altLang="zh-CN" sz="1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altLang="zh-CN" sz="1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altLang="zh-CN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altLang="zh-CN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1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CN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  <m:sup>
                                  <m:r>
                                    <a:rPr lang="en-US" altLang="zh-CN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  <m:r>
                                <a:rPr lang="en-US" altLang="zh-CN" sz="1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  <m:d>
                            <m:dPr>
                              <m:ctrlPr>
                                <a:rPr lang="en-US" altLang="zh-CN" sz="1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CN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  <m:sup>
                                  <m:r>
                                    <a:rPr lang="en-US" altLang="zh-CN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  <m:r>
                                <a:rPr lang="en-US" altLang="zh-CN" sz="1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↔</m:t>
                              </m:r>
                              <m:sSub>
                                <m:sSubPr>
                                  <m:ctrlPr>
                                    <a:rPr lang="en-US" altLang="zh-CN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e>
                          </m:d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altLang="zh-CN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CN" sz="14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sSubSup>
                                    <m:sSubSupPr>
                                      <m:ctrlPr>
                                        <a:rPr lang="en-US" altLang="zh-CN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CN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</m:sub>
                                    <m:sup>
                                      <m:r>
                                        <a:rPr lang="en-US" altLang="zh-CN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bSup>
                                </m:e>
                              </m:func>
                            </m:e>
                          </m:d>
                          <m:r>
                            <a:rPr lang="en-US" altLang="zh-C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altLang="zh-CN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CN" sz="14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en-US" altLang="zh-CN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CN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sub>
                                  </m:sSub>
                                </m:e>
                              </m:func>
                            </m:e>
                          </m:d>
                        </m:num>
                        <m:den>
                          <m:r>
                            <a:rPr lang="en-US" altLang="zh-C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𝑝𝑑</m:t>
                          </m:r>
                          <m:sSub>
                            <m:sSubPr>
                              <m:ctrlPr>
                                <a:rPr lang="en-US" altLang="zh-CN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𝑙𝑖𝑔h𝑡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1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CN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en-US" altLang="zh-CN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</m:e>
                          </m:d>
                          <m:r>
                            <a:rPr lang="en-US" altLang="zh-CN" sz="1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𝑝𝑑𝑓</m:t>
                          </m:r>
                          <m:d>
                            <m:dPr>
                              <m:ctrlPr>
                                <a:rPr lang="en-US" altLang="zh-CN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  <m:oMath xmlns:m="http://schemas.openxmlformats.org/officeDocument/2006/math">
                      <m:r>
                        <a:rPr lang="en-US" altLang="zh-CN" sz="1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𝑏𝑠𝑑𝑓</m:t>
                          </m:r>
                        </m:sub>
                      </m:sSub>
                      <m:r>
                        <a:rPr lang="en-US" altLang="zh-CN" sz="1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zh-CN" sz="1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f>
                        <m:fPr>
                          <m:ctrlPr>
                            <a:rPr lang="en-US" altLang="zh-CN" sz="1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sz="1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altLang="zh-CN" sz="1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altLang="zh-CN" sz="1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sz="1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</m:sSub>
                              <m:r>
                                <a:rPr lang="en-US" altLang="zh-CN" sz="1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altLang="zh-CN" sz="1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altLang="zh-CN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altLang="zh-CN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1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</m:sSub>
                              <m:r>
                                <a:rPr lang="en-US" altLang="zh-CN" sz="1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e>
                          </m:d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altLang="zh-CN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CN" sz="14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en-US" altLang="zh-CN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CN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</m:sub>
                                  </m:sSub>
                                </m:e>
                              </m:func>
                            </m:e>
                          </m:d>
                          <m:r>
                            <a:rPr lang="en-US" altLang="zh-C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altLang="zh-CN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CN" sz="14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en-US" altLang="zh-CN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CN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sub>
                                  </m:sSub>
                                </m:e>
                              </m:func>
                            </m:e>
                          </m:d>
                        </m:num>
                        <m:den>
                          <m:r>
                            <a:rPr lang="en-US" altLang="zh-C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𝑝𝑑</m:t>
                          </m:r>
                          <m:sSub>
                            <m:sSubPr>
                              <m:ctrlPr>
                                <a:rPr lang="en-US" altLang="zh-CN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𝑏𝑠𝑑𝑓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1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𝑝𝑑𝑓</m:t>
                          </m:r>
                          <m:d>
                            <m:dPr>
                              <m:ctrlPr>
                                <a:rPr lang="en-US" altLang="zh-CN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en-US" altLang="zh-CN" sz="14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1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zh-CN" sz="1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1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1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e>
                      </m:d>
                      <m:r>
                        <a:rPr lang="en-US" altLang="zh-CN" sz="1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sSub>
                        <m:sSubPr>
                          <m:ctrlPr>
                            <a:rPr lang="en-US" altLang="zh-C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𝑙𝑖𝑔h𝑡</m:t>
                          </m:r>
                        </m:sub>
                      </m:sSub>
                      <m:d>
                        <m:dPr>
                          <m:ctrlPr>
                            <a:rPr lang="en-US" altLang="zh-C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CN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CN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  <m:sup>
                              <m:r>
                                <a:rPr lang="en-US" altLang="zh-CN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</m:e>
                      </m:d>
                      <m:r>
                        <a:rPr lang="en-US" altLang="zh-CN" sz="1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altLang="zh-C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sSub>
                                    <m:sSubPr>
                                      <m:ctrlPr>
                                        <a:rPr lang="en-US" altLang="zh-CN" sz="14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  <m:r>
                                    <a:rPr lang="en-US" altLang="zh-CN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r>
                                    <a:rPr lang="en-US" altLang="zh-CN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altLang="zh-CN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</m:sSub>
                              <m:r>
                                <a:rPr lang="en-US" altLang="zh-CN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altLang="zh-CN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sz="1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CN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𝟒</m:t>
                                  </m:r>
                                </m:sub>
                                <m:sup>
                                  <m:r>
                                    <a:rPr lang="en-US" altLang="zh-CN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  <m:r>
                                <a:rPr lang="en-US" altLang="zh-CN" sz="1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</m:sSub>
                              <m:r>
                                <a:rPr lang="en-US" altLang="zh-CN" sz="1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altLang="zh-CN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altLang="zh-CN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1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CN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𝟒</m:t>
                                  </m:r>
                                </m:sub>
                                <m:sup>
                                  <m:r>
                                    <a:rPr lang="en-US" altLang="zh-CN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  <m:r>
                                <a:rPr lang="en-US" altLang="zh-CN" sz="1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  <m:d>
                            <m:dPr>
                              <m:ctrlPr>
                                <a:rPr lang="en-US" altLang="zh-CN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CN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𝟒</m:t>
                                  </m:r>
                                </m:sub>
                                <m:sup>
                                  <m:r>
                                    <a:rPr lang="en-US" altLang="zh-CN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  <m:r>
                                <a:rPr lang="en-US" altLang="zh-CN" sz="1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↔</m:t>
                              </m:r>
                              <m:sSub>
                                <m:sSubPr>
                                  <m:ctrlPr>
                                    <a:rPr lang="en-US" altLang="zh-CN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</m:sSub>
                            </m:e>
                          </m:d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altLang="zh-CN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CN" sz="14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sSubSup>
                                    <m:sSubSupPr>
                                      <m:ctrlPr>
                                        <a:rPr lang="en-US" altLang="zh-CN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CN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4</m:t>
                                          </m:r>
                                        </m:sub>
                                      </m:sSub>
                                    </m:sub>
                                    <m:sup>
                                      <m:r>
                                        <a:rPr lang="en-US" altLang="zh-CN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bSup>
                                </m:e>
                              </m:func>
                            </m:e>
                          </m:d>
                          <m:r>
                            <a:rPr lang="en-US" altLang="zh-C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altLang="zh-CN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CN" sz="14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en-US" altLang="zh-CN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CN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</m:sub>
                                  </m:sSub>
                                </m:e>
                              </m:func>
                            </m:e>
                          </m:d>
                          <m:r>
                            <a:rPr lang="en-US" altLang="zh-C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altLang="zh-CN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CN" sz="14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en-US" altLang="zh-CN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CN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sub>
                                  </m:sSub>
                                </m:e>
                              </m:func>
                            </m:e>
                          </m:d>
                        </m:num>
                        <m:den>
                          <m:r>
                            <a:rPr lang="en-US" altLang="zh-C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𝑝𝑑</m:t>
                          </m:r>
                          <m:sSub>
                            <m:sSubPr>
                              <m:ctrlPr>
                                <a:rPr lang="en-US" altLang="zh-CN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𝑙𝑖𝑔h𝑡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CN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  <m:sup>
                                  <m:r>
                                    <a:rPr lang="en-US" altLang="zh-CN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</m:e>
                          </m:d>
                          <m:r>
                            <a:rPr lang="en-US" altLang="zh-C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𝑝𝑑𝑓</m:t>
                          </m:r>
                          <m:d>
                            <m:dPr>
                              <m:ctrlPr>
                                <a:rPr lang="en-US" altLang="zh-CN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𝑝𝑑𝑓</m:t>
                          </m:r>
                          <m:d>
                            <m:dPr>
                              <m:ctrlPr>
                                <a:rPr lang="en-US" altLang="zh-CN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  <m:oMath xmlns:m="http://schemas.openxmlformats.org/officeDocument/2006/math">
                      <m:r>
                        <a:rPr lang="en-US" altLang="zh-CN" sz="1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𝑏𝑠𝑑𝑓</m:t>
                          </m:r>
                        </m:sub>
                      </m:sSub>
                      <m:d>
                        <m:dPr>
                          <m:ctrlPr>
                            <a:rPr lang="en-US" altLang="zh-C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CN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e>
                      </m:d>
                      <m:r>
                        <a:rPr lang="en-US" altLang="zh-CN" sz="1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altLang="zh-C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sSub>
                                    <m:sSubPr>
                                      <m:ctrlPr>
                                        <a:rPr lang="en-US" altLang="zh-CN" sz="14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  <m:r>
                                    <a:rPr lang="en-US" altLang="zh-CN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r>
                                    <a:rPr lang="en-US" altLang="zh-CN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altLang="zh-CN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</m:sSub>
                              <m:r>
                                <a:rPr lang="en-US" altLang="zh-CN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altLang="zh-CN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sz="1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𝟒</m:t>
                                  </m:r>
                                </m:sub>
                              </m:sSub>
                              <m:r>
                                <a:rPr lang="en-US" altLang="zh-CN" sz="1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</m:sSub>
                              <m:r>
                                <a:rPr lang="en-US" altLang="zh-CN" sz="1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altLang="zh-CN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altLang="zh-CN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1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𝟒</m:t>
                                  </m:r>
                                </m:sub>
                              </m:sSub>
                              <m:r>
                                <a:rPr lang="en-US" altLang="zh-CN" sz="1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</m:sSub>
                            </m:e>
                          </m:d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altLang="zh-CN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CN" sz="14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en-US" altLang="zh-CN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CN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4</m:t>
                                          </m:r>
                                        </m:sub>
                                      </m:sSub>
                                    </m:sub>
                                  </m:sSub>
                                </m:e>
                              </m:func>
                            </m:e>
                          </m:d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altLang="zh-CN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CN" sz="14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en-US" altLang="zh-CN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CN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</m:sub>
                                  </m:sSub>
                                </m:e>
                              </m:func>
                            </m:e>
                          </m:d>
                          <m:r>
                            <a:rPr lang="en-US" altLang="zh-C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altLang="zh-CN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CN" sz="14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en-US" altLang="zh-CN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CN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sub>
                                  </m:sSub>
                                </m:e>
                              </m:func>
                            </m:e>
                          </m:d>
                        </m:num>
                        <m:den>
                          <m:r>
                            <a:rPr lang="en-US" altLang="zh-C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𝑝𝑑</m:t>
                          </m:r>
                          <m:sSub>
                            <m:sSubPr>
                              <m:ctrlPr>
                                <a:rPr lang="en-US" altLang="zh-CN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𝑏𝑠𝑑𝑓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𝑝𝑑𝑓</m:t>
                          </m:r>
                          <m:d>
                            <m:dPr>
                              <m:ctrlPr>
                                <a:rPr lang="en-US" altLang="zh-CN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𝑝𝑑𝑓</m:t>
                          </m:r>
                          <m:d>
                            <m:dPr>
                              <m:ctrlPr>
                                <a:rPr lang="en-US" altLang="zh-CN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en-US" altLang="zh-CN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B5CAD51F-10C8-DDED-2D61-FC8C35A675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773" y="887378"/>
                <a:ext cx="11262629" cy="372929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2876AD02-7CE7-7B1A-9A45-58D22A91F7A3}"/>
                  </a:ext>
                </a:extLst>
              </p:cNvPr>
              <p:cNvSpPr txBox="1"/>
              <p:nvPr/>
            </p:nvSpPr>
            <p:spPr>
              <a:xfrm>
                <a:off x="105966" y="4844534"/>
                <a:ext cx="11876241" cy="19447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zh-CN" sz="16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1600" i="1" dirty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zh-CN" sz="16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d>
                        <m:dPr>
                          <m:ctrlPr>
                            <a:rPr lang="en-US" altLang="zh-CN" sz="16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6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1" i="1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altLang="zh-CN" sz="16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zh-CN" sz="1600" b="1" i="1">
                              <a:latin typeface="Cambria Math" panose="02040503050406030204" pitchFamily="18" charset="0"/>
                            </a:rPr>
                            <m:t>→</m:t>
                          </m:r>
                          <m:sSub>
                            <m:sSubPr>
                              <m:ctrlPr>
                                <a:rPr lang="en-US" altLang="zh-CN" sz="16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1" i="1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altLang="zh-CN" sz="1600" b="1" i="1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e>
                      </m:d>
                      <m:r>
                        <a:rPr lang="en-US" altLang="zh-CN" sz="1600" b="1" i="1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altLang="zh-CN" sz="160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zh-CN" sz="16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1600" i="1" dirty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altLang="zh-CN" sz="16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sSub>
                        <m:sSubPr>
                          <m:ctrlPr>
                            <a:rPr lang="en-US" altLang="zh-CN" sz="16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dirty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  <m:t>𝑙𝑖𝑔h𝑡</m:t>
                          </m:r>
                        </m:sub>
                      </m:sSub>
                      <m:d>
                        <m:dPr>
                          <m:ctrlP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CN" sz="16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</m:e>
                      </m:d>
                      <m:r>
                        <a:rPr lang="en-US" altLang="zh-CN" sz="16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f>
                        <m:fPr>
                          <m:ctrlPr>
                            <a:rPr lang="en-US" altLang="zh-CN" sz="1600" b="1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CN" sz="16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1600" b="1" i="1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600" b="1" i="1"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sub>
                                <m:sup>
                                  <m:r>
                                    <a:rPr lang="en-US" altLang="zh-CN" sz="1600" b="1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  <m:r>
                                <a:rPr lang="en-US" altLang="zh-CN" sz="1600" b="1" i="1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6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b="1" i="1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600" b="1" i="1"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  <m:r>
                                    <a:rPr lang="en-US" altLang="zh-CN" sz="16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1600" b="1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altLang="zh-CN" sz="1600" b="1" i="1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6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b="1" i="1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600" b="1" i="1"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  <m:r>
                                    <a:rPr lang="en-US" altLang="zh-CN" sz="16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16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600" b="1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  <m:t>𝑉</m:t>
                          </m:r>
                          <m:d>
                            <m:dPr>
                              <m:ctrlPr>
                                <a:rPr lang="en-US" altLang="zh-CN" sz="1600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CN" sz="1600" b="1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1600" b="1" i="1" dirty="0" smtClean="0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600" b="1" i="1" dirty="0" smtClean="0"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sub>
                                <m:sup>
                                  <m:r>
                                    <a:rPr lang="en-US" altLang="zh-CN" sz="1600" b="1" i="1" dirty="0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  <m:r>
                                <a:rPr lang="en-US" altLang="zh-CN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↔</m:t>
                              </m:r>
                              <m:sSub>
                                <m:sSubPr>
                                  <m:ctrlPr>
                                    <a:rPr lang="en-US" altLang="zh-CN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𝒏</m:t>
                                  </m:r>
                                  <m:r>
                                    <a:rPr lang="en-US" altLang="zh-CN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e>
                          </m:d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altLang="zh-CN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CN" sz="1600" b="0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sSubSup>
                                    <m:sSubSupPr>
                                      <m:ctrlPr>
                                        <a:rPr lang="en-US" altLang="zh-CN" sz="16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16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CN" sz="16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6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6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sub>
                                    <m:sup>
                                      <m:r>
                                        <a:rPr lang="en-US" altLang="zh-CN" sz="16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bSup>
                                </m:e>
                              </m:func>
                            </m:e>
                          </m:d>
                        </m:num>
                        <m:den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  <m:t>𝑝𝑑</m:t>
                          </m:r>
                          <m:sSub>
                            <m:sSubPr>
                              <m:ctrlP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  <m:t>𝑙𝑖𝑔h𝑡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CN" sz="16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1600" i="1" dirty="0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sz="1600" i="1" dirty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  <m:sup>
                                  <m:r>
                                    <a:rPr lang="en-US" altLang="zh-CN" sz="1600" i="1" dirty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</m:e>
                          </m:d>
                        </m:den>
                      </m:f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zh-CN" sz="16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d>
                        <m:dPr>
                          <m:ctrlP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CN" sz="1600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600" b="1" i="1" dirty="0" smtClean="0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altLang="zh-CN" sz="1600" b="1" i="1" dirty="0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b>
                            <m:sup>
                              <m:r>
                                <a:rPr lang="en-US" altLang="zh-CN" sz="1600" b="1" i="1" dirty="0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  <m:t>→</m:t>
                          </m:r>
                          <m:sSub>
                            <m:sSubPr>
                              <m:ctrlPr>
                                <a:rPr lang="en-US" altLang="zh-CN" sz="1600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1" i="1" dirty="0" smtClean="0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altLang="zh-CN" sz="1600" b="1" i="1" dirty="0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  <m:r>
                                <a:rPr lang="en-US" altLang="zh-CN" sz="1600" b="1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1600" b="1" i="1" dirty="0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</m:oMath>
                    <m:oMath xmlns:m="http://schemas.openxmlformats.org/officeDocument/2006/math">
                      <m:r>
                        <a:rPr lang="en-US" altLang="zh-CN" sz="1600" b="0" i="1" dirty="0" smtClean="0">
                          <a:latin typeface="Cambria Math" panose="02040503050406030204" pitchFamily="18" charset="0"/>
                        </a:rPr>
                        <m:t>                                                                 +</m:t>
                      </m:r>
                      <m:sSub>
                        <m:sSubPr>
                          <m:ctrlP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  <m:t>𝑏𝑠𝑑𝑓</m:t>
                          </m:r>
                        </m:sub>
                      </m:sSub>
                      <m:d>
                        <m:dPr>
                          <m:ctrlP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altLang="zh-CN" sz="1600" i="1" dirty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f>
                        <m:fPr>
                          <m:ctrlPr>
                            <a:rPr lang="en-US" altLang="zh-CN" sz="1600" b="1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600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b="1" i="1" dirty="0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600" b="1" i="1" dirty="0"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sub>
                              </m:sSub>
                              <m:r>
                                <a:rPr lang="en-US" altLang="zh-CN" sz="1600" b="1" i="1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6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b="1" i="1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600" b="1" i="1"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  <m:r>
                                    <a:rPr lang="en-US" altLang="zh-CN" sz="16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1600" b="1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altLang="zh-CN" sz="1600" b="1" i="1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6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b="1" i="1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600" b="1" i="1"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  <m:r>
                                    <a:rPr lang="en-US" altLang="zh-CN" sz="16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16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600" b="1" i="1" dirty="0"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CN" sz="16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en-US" altLang="zh-CN" sz="16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6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CN" sz="16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6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6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sub>
                                  </m:sSub>
                                </m:e>
                              </m:func>
                            </m:e>
                          </m:d>
                        </m:num>
                        <m:den>
                          <m: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  <m:t>𝑝𝑑</m:t>
                          </m:r>
                          <m:sSub>
                            <m:sSubPr>
                              <m:ctrlP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  <m:t>𝑏𝑠𝑑𝑓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6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b="0" i="1" dirty="0" smtClean="0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sz="1600" b="0" i="1" dirty="0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r>
                        <a:rPr lang="en-US" altLang="zh-CN" sz="1600" b="1" i="1" dirty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d>
                        <m:dPr>
                          <m:ctrlP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600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1" i="1" dirty="0" smtClean="0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altLang="zh-CN" sz="1600" b="1" i="1" dirty="0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b>
                          </m:sSub>
                          <m: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  <m:t>→</m:t>
                          </m:r>
                          <m:sSub>
                            <m:sSubPr>
                              <m:ctrlPr>
                                <a:rPr lang="en-US" altLang="zh-CN" sz="1600" b="1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1" i="1" dirty="0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altLang="zh-CN" sz="1600" b="1" i="1" dirty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  <m:r>
                                <a:rPr lang="en-US" altLang="zh-CN" sz="1600" b="1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1600" b="1" i="1" dirty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</m:oMath>
                    <m:oMath xmlns:m="http://schemas.openxmlformats.org/officeDocument/2006/math">
                      <m:sSub>
                        <m:sSubPr>
                          <m:ctrlP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1600" i="1" dirty="0">
                          <a:latin typeface="Cambria Math" panose="02040503050406030204" pitchFamily="18" charset="0"/>
                        </a:rPr>
                        <m:t>=1,  </m:t>
                      </m:r>
                      <m:sSub>
                        <m:sSubPr>
                          <m:ctrlP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zh-CN" sz="1600" i="1" dirty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  <m:t>=2</m:t>
                          </m:r>
                        </m:sub>
                        <m:sup>
                          <m: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f>
                            <m:fPr>
                              <m:ctrlP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altLang="zh-CN" sz="16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6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600" i="1" dirty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altLang="zh-CN" sz="1600" i="1" dirty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  <m:r>
                                    <a:rPr lang="en-US" altLang="zh-CN" sz="1600" i="1" dirty="0"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altLang="zh-CN" sz="16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600" i="1" dirty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altLang="zh-CN" sz="1600" i="1" dirty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US" altLang="zh-CN" sz="1600" i="1" dirty="0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b>
                                  </m:sSub>
                                  <m:r>
                                    <a:rPr lang="en-US" altLang="zh-CN" sz="1600" i="1" dirty="0"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altLang="zh-CN" sz="16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600" i="1" dirty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altLang="zh-CN" sz="1600" i="1" dirty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US" altLang="zh-CN" sz="1600" i="1" dirty="0">
                                          <a:latin typeface="Cambria Math" panose="02040503050406030204" pitchFamily="18" charset="0"/>
                                        </a:rPr>
                                        <m:t>−2</m:t>
                                      </m:r>
                                    </m:sub>
                                  </m:sSub>
                                </m:e>
                              </m:d>
                              <m:func>
                                <m:funcPr>
                                  <m:ctrlPr>
                                    <a:rPr lang="en-US" altLang="zh-CN" sz="16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CN" sz="1600" dirty="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en-US" altLang="zh-CN" sz="16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600" i="1" dirty="0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CN" sz="16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600" i="1" dirty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600" i="1" dirty="0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</m:sub>
                                  </m:sSub>
                                </m:e>
                              </m:func>
                            </m:num>
                            <m:den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  <m:t>𝑝𝑑𝑓</m:t>
                              </m:r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zh-CN" sz="16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i="1" dirty="0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sz="1600" i="1" dirty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2876AD02-7CE7-7B1A-9A45-58D22A91F7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966" y="4844534"/>
                <a:ext cx="11876241" cy="194476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447825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1F21C2-5814-B393-DC78-97BC210319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1CB02918-07E3-E81A-73A2-6CBF5C4236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1876" y="-83886"/>
            <a:ext cx="3213095" cy="2157364"/>
          </a:xfrm>
          <a:prstGeom prst="rect">
            <a:avLst/>
          </a:prstGeom>
        </p:spPr>
      </p:pic>
      <p:sp>
        <p:nvSpPr>
          <p:cNvPr id="3" name="标题 2">
            <a:extLst>
              <a:ext uri="{FF2B5EF4-FFF2-40B4-BE49-F238E27FC236}">
                <a16:creationId xmlns:a16="http://schemas.microsoft.com/office/drawing/2014/main" id="{AE9BEF79-40B2-44C8-C545-21B602E0DA59}"/>
              </a:ext>
            </a:extLst>
          </p:cNvPr>
          <p:cNvSpPr>
            <a:spLocks noGrp="1"/>
          </p:cNvSpPr>
          <p:nvPr>
            <p:ph type="title" idx="1"/>
          </p:nvPr>
        </p:nvSpPr>
        <p:spPr/>
        <p:txBody>
          <a:bodyPr/>
          <a:lstStyle/>
          <a:p>
            <a:r>
              <a:rPr lang="zh-CN" altLang="en-US" dirty="0"/>
              <a:t>路径追踪流程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65E44D83-AD59-94D2-70CE-61F763DFF173}"/>
                  </a:ext>
                </a:extLst>
              </p:cNvPr>
              <p:cNvSpPr txBox="1"/>
              <p:nvPr/>
            </p:nvSpPr>
            <p:spPr>
              <a:xfrm>
                <a:off x="452975" y="3242566"/>
                <a:ext cx="6757124" cy="362830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i="1" dirty="0" smtClean="0">
                          <a:latin typeface="Cambria Math" panose="02040503050406030204" pitchFamily="18" charset="0"/>
                        </a:rPr>
                        <m:t>hit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b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𝑠𝑎𝑚𝑝𝑙𝑒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sSubSup>
                        <m:sSubSup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𝑐𝑜𝑛𝑡𝑟𝑖𝑏𝑢𝑡𝑒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𝑙𝑖𝑔h𝑡</m:t>
                          </m:r>
                        </m:sub>
                      </m:sSub>
                      <m:d>
                        <m:d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zh-CN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b="0" i="1" dirty="0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𝑠𝑎𝑚𝑝𝑙𝑒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altLang="zh-CN" i="1" dirty="0">
                          <a:latin typeface="Cambria Math" panose="02040503050406030204" pitchFamily="18" charset="0"/>
                        </a:rPr>
                        <m:t>compute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h𝑖𝑡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b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h𝑖𝑡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zh-CN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𝑐𝑜𝑛𝑡𝑟𝑖𝑏𝑢𝑡𝑒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𝑏𝑠𝑑𝑓</m:t>
                          </m:r>
                        </m:sub>
                      </m:sSub>
                      <m:d>
                        <m:d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𝑟𝑢𝑠𝑠𝑖𝑎𝑛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𝑟𝑜𝑢𝑙𝑒𝑡𝑡𝑒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⇒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𝑠𝑎𝑚𝑝𝑙𝑒</m:t>
                          </m:r>
                          <m:r>
                            <a:rPr lang="en-US" altLang="zh-CN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Sup>
                            <m:sSubSupPr>
                              <m:ctrlPr>
                                <a:rPr lang="en-US" altLang="zh-CN" i="1" dirty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0" i="1" dirty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CN" b="0" i="1" dirty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  <m:sup>
                              <m:r>
                                <a:rPr lang="en-US" altLang="zh-CN" b="0" i="1" dirty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  <m:r>
                            <a:rPr lang="en-US" altLang="zh-CN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⇒</m:t>
                          </m:r>
                          <m:r>
                            <a:rPr lang="en-US" altLang="zh-CN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𝑐𝑜𝑛𝑡𝑟𝑖𝑏𝑢𝑡𝑒</m:t>
                          </m:r>
                          <m:r>
                            <a:rPr lang="en-US" altLang="zh-CN" b="0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altLang="zh-CN" i="1" dirty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CN" i="1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𝑙𝑖𝑔h𝑡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i="1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i="1" dirty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altLang="zh-CN" i="1" dirty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i="1" dirty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CN" b="0" i="1" dirty="0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𝑠𝑎𝑚𝑝𝑙𝑒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altLang="zh-CN" i="1" dirty="0">
                          <a:latin typeface="Cambria Math" panose="02040503050406030204" pitchFamily="18" charset="0"/>
                        </a:rPr>
                        <m:t>compute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h𝑖𝑡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zh-CN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b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h𝑖𝑡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zh-CN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altLang="zh-CN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𝑐𝑜𝑛𝑡𝑟𝑖𝑏𝑢𝑡𝑒</m:t>
                      </m:r>
                      <m:sSub>
                        <m:sSubPr>
                          <m:ctrlPr>
                            <a:rPr lang="en-US" altLang="zh-CN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b="0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𝑏𝑠𝑑𝑓</m:t>
                          </m:r>
                        </m:sub>
                      </m:sSub>
                      <m:d>
                        <m:dPr>
                          <m:ctrlPr>
                            <a:rPr lang="en-US" altLang="zh-CN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zh-CN" i="1" dirty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i="1" dirty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i="1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𝑟𝑢𝑠𝑠𝑖𝑎𝑛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𝑟𝑜𝑢𝑙𝑒𝑡𝑡𝑒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𝑠𝑎𝑚𝑝𝑙𝑒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 </m:t>
                      </m:r>
                      <m:sSubSup>
                        <m:sSubSup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  <m:sup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𝑐𝑜𝑛𝑡𝑟𝑖𝑏𝑢𝑡𝑒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𝑙𝑖𝑔h𝑡</m:t>
                          </m:r>
                        </m:sub>
                      </m:sSub>
                      <m:d>
                        <m:d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e>
                      </m:d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𝑠𝑎𝑚𝑝𝑙𝑒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altLang="zh-CN" i="1" dirty="0">
                          <a:latin typeface="Cambria Math" panose="02040503050406030204" pitchFamily="18" charset="0"/>
                        </a:rPr>
                        <m:t>compute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h𝑖𝑡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zh-CN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b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h𝑖𝑡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zh-CN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altLang="zh-CN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𝑐𝑜𝑛𝑡𝑟𝑖𝑏𝑢𝑡𝑒</m:t>
                      </m:r>
                      <m:sSub>
                        <m:sSubPr>
                          <m:ctrlPr>
                            <a:rPr lang="en-US" altLang="zh-CN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𝑏𝑠𝑑𝑓</m:t>
                          </m:r>
                        </m:sub>
                      </m:sSub>
                      <m:d>
                        <m:dPr>
                          <m:ctrlPr>
                            <a:rPr lang="en-US" altLang="zh-CN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zh-CN" i="1" dirty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i="1" dirty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b="0" i="1" dirty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e>
                      </m:d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𝑟𝑢𝑠𝑠𝑖𝑎𝑛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𝑟𝑜𝑢𝑙𝑒𝑡𝑡𝑒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altLang="zh-CN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𝑠𝑎𝑚𝑝𝑙𝑒</m:t>
                      </m:r>
                      <m:r>
                        <a:rPr lang="en-US" altLang="zh-CN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Sup>
                        <m:sSubSupPr>
                          <m:ctrlPr>
                            <a:rPr lang="en-US" altLang="zh-CN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  <m:sup>
                          <m:r>
                            <a:rPr lang="en-US" altLang="zh-CN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𝑐𝑜𝑛𝑡𝑟𝑖𝑏𝑢𝑡𝑒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𝑙𝑖𝑔h𝑡</m:t>
                          </m:r>
                        </m:sub>
                      </m:sSub>
                      <m:d>
                        <m:d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</m:e>
                      </m:d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𝑠𝑎𝑚𝑝𝑙𝑒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altLang="zh-CN" i="1" dirty="0">
                          <a:latin typeface="Cambria Math" panose="02040503050406030204" pitchFamily="18" charset="0"/>
                        </a:rPr>
                        <m:t>compute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h𝑖𝑡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zh-CN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b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</m:sSub>
                    </m:oMath>
                    <m:oMath xmlns:m="http://schemas.openxmlformats.org/officeDocument/2006/math"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……</m:t>
                      </m:r>
                    </m:oMath>
                  </m:oMathPara>
                </a14:m>
                <a:endParaRPr lang="en-US" altLang="zh-CN" b="1" dirty="0"/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65E44D83-AD59-94D2-70CE-61F763DFF1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975" y="3242566"/>
                <a:ext cx="6757124" cy="3628301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A4B1D059-DF32-F889-5734-EE0FD34DE4A8}"/>
                  </a:ext>
                </a:extLst>
              </p:cNvPr>
              <p:cNvSpPr txBox="1"/>
              <p:nvPr/>
            </p:nvSpPr>
            <p:spPr>
              <a:xfrm>
                <a:off x="-654731" y="1219845"/>
                <a:ext cx="11876241" cy="19447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zh-CN" sz="16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1600" i="1" dirty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zh-CN" sz="16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d>
                        <m:dPr>
                          <m:ctrlPr>
                            <a:rPr lang="en-US" altLang="zh-CN" sz="16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6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1" i="1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altLang="zh-CN" sz="16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zh-CN" sz="1600" b="1" i="1">
                              <a:latin typeface="Cambria Math" panose="02040503050406030204" pitchFamily="18" charset="0"/>
                            </a:rPr>
                            <m:t>→</m:t>
                          </m:r>
                          <m:sSub>
                            <m:sSubPr>
                              <m:ctrlPr>
                                <a:rPr lang="en-US" altLang="zh-CN" sz="16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1" i="1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altLang="zh-CN" sz="1600" b="1" i="1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e>
                      </m:d>
                      <m:r>
                        <a:rPr lang="en-US" altLang="zh-CN" sz="1600" b="1" i="1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altLang="zh-CN" sz="160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zh-CN" sz="16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1600" i="1" dirty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altLang="zh-CN" sz="16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sSub>
                        <m:sSubPr>
                          <m:ctrlPr>
                            <a:rPr lang="en-US" altLang="zh-CN" sz="16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dirty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  <m:t>𝑙𝑖𝑔h𝑡</m:t>
                          </m:r>
                        </m:sub>
                      </m:sSub>
                      <m:d>
                        <m:dPr>
                          <m:ctrlP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CN" sz="16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</m:e>
                      </m:d>
                      <m:r>
                        <a:rPr lang="en-US" altLang="zh-CN" sz="16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f>
                        <m:fPr>
                          <m:ctrlPr>
                            <a:rPr lang="en-US" altLang="zh-CN" sz="1600" b="1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CN" sz="16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1600" b="1" i="1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600" b="1" i="1"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sub>
                                <m:sup>
                                  <m:r>
                                    <a:rPr lang="en-US" altLang="zh-CN" sz="1600" b="1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  <m:r>
                                <a:rPr lang="en-US" altLang="zh-CN" sz="1600" b="1" i="1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6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b="1" i="1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600" b="1" i="1"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  <m:r>
                                    <a:rPr lang="en-US" altLang="zh-CN" sz="16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1600" b="1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altLang="zh-CN" sz="1600" b="1" i="1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6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b="1" i="1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600" b="1" i="1"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  <m:r>
                                    <a:rPr lang="en-US" altLang="zh-CN" sz="16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16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600" b="1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  <m:t>𝑉</m:t>
                          </m:r>
                          <m:d>
                            <m:dPr>
                              <m:ctrlPr>
                                <a:rPr lang="en-US" altLang="zh-CN" sz="1600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CN" sz="1600" b="1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1600" b="1" i="1" dirty="0" smtClean="0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600" b="1" i="1" dirty="0" smtClean="0"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sub>
                                <m:sup>
                                  <m:r>
                                    <a:rPr lang="en-US" altLang="zh-CN" sz="1600" b="1" i="1" dirty="0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  <m:r>
                                <a:rPr lang="en-US" altLang="zh-CN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↔</m:t>
                              </m:r>
                              <m:sSub>
                                <m:sSubPr>
                                  <m:ctrlPr>
                                    <a:rPr lang="en-US" altLang="zh-CN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𝒏</m:t>
                                  </m:r>
                                  <m:r>
                                    <a:rPr lang="en-US" altLang="zh-CN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e>
                          </m:d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altLang="zh-CN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CN" sz="1600" b="0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sSubSup>
                                    <m:sSubSupPr>
                                      <m:ctrlPr>
                                        <a:rPr lang="en-US" altLang="zh-CN" sz="16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16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CN" sz="16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6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6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sub>
                                    <m:sup>
                                      <m:r>
                                        <a:rPr lang="en-US" altLang="zh-CN" sz="16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bSup>
                                </m:e>
                              </m:func>
                            </m:e>
                          </m:d>
                        </m:num>
                        <m:den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  <m:t>𝑝𝑑</m:t>
                          </m:r>
                          <m:sSub>
                            <m:sSubPr>
                              <m:ctrlP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  <m:t>𝑙𝑖𝑔h𝑡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CN" sz="16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1600" i="1" dirty="0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sz="1600" i="1" dirty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  <m:sup>
                                  <m:r>
                                    <a:rPr lang="en-US" altLang="zh-CN" sz="1600" i="1" dirty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</m:e>
                          </m:d>
                        </m:den>
                      </m:f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zh-CN" sz="16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d>
                        <m:dPr>
                          <m:ctrlP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CN" sz="1600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600" b="1" i="1" dirty="0" smtClean="0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altLang="zh-CN" sz="1600" b="1" i="1" dirty="0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b>
                            <m:sup>
                              <m:r>
                                <a:rPr lang="en-US" altLang="zh-CN" sz="1600" b="1" i="1" dirty="0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  <m:t>→</m:t>
                          </m:r>
                          <m:sSub>
                            <m:sSubPr>
                              <m:ctrlPr>
                                <a:rPr lang="en-US" altLang="zh-CN" sz="1600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1" i="1" dirty="0" smtClean="0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altLang="zh-CN" sz="1600" b="1" i="1" dirty="0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  <m:r>
                                <a:rPr lang="en-US" altLang="zh-CN" sz="1600" b="1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1600" b="1" i="1" dirty="0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</m:oMath>
                    <m:oMath xmlns:m="http://schemas.openxmlformats.org/officeDocument/2006/math">
                      <m:r>
                        <a:rPr lang="en-US" altLang="zh-CN" sz="1600" b="0" i="1" dirty="0" smtClean="0">
                          <a:latin typeface="Cambria Math" panose="02040503050406030204" pitchFamily="18" charset="0"/>
                        </a:rPr>
                        <m:t>                                                                 +</m:t>
                      </m:r>
                      <m:sSub>
                        <m:sSubPr>
                          <m:ctrlP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  <m:t>𝑏𝑠𝑑𝑓</m:t>
                          </m:r>
                        </m:sub>
                      </m:sSub>
                      <m:d>
                        <m:dPr>
                          <m:ctrlP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altLang="zh-CN" sz="1600" i="1" dirty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zh-CN" sz="1600" i="1" dirty="0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i="1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zh-CN" sz="1600" i="1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1600" i="1" dirty="0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f>
                        <m:fPr>
                          <m:ctrlPr>
                            <a:rPr lang="en-US" altLang="zh-CN" sz="1600" b="1" i="1" dirty="0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600" i="1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16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sz="16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600" b="1" i="1" dirty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b="1" i="1" dirty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600" b="1" i="1" dirty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sub>
                              </m:sSub>
                              <m:r>
                                <a:rPr lang="en-US" altLang="zh-CN" sz="1600" b="1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600" b="1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b="1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600" b="1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  <m:r>
                                    <a:rPr lang="en-US" altLang="zh-CN" sz="1600" b="1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1600" b="1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altLang="zh-CN" sz="1600" b="1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600" b="1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b="1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600" b="1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  <m:r>
                                    <a:rPr lang="en-US" altLang="zh-CN" sz="1600" b="1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1600" b="1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600" b="1" i="1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sz="1600" b="1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altLang="zh-CN" sz="16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CN" sz="160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en-US" altLang="zh-CN" sz="1600" b="0" i="1" smtClean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600" b="0" i="1" smtClean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CN" sz="1600" b="0" i="1" smtClean="0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600" b="0" i="1" smtClean="0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600" b="0" i="1" smtClean="0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sub>
                                  </m:sSub>
                                </m:e>
                              </m:func>
                            </m:e>
                          </m:d>
                        </m:num>
                        <m:den>
                          <m:r>
                            <a:rPr lang="en-US" altLang="zh-CN" sz="1600" i="1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𝑝𝑑</m:t>
                          </m:r>
                          <m:sSub>
                            <m:sSubPr>
                              <m:ctrlPr>
                                <a:rPr lang="en-US" altLang="zh-CN" sz="1600" i="1" dirty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 dirty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sz="1600" b="0" i="1" dirty="0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𝑏𝑠𝑑𝑓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1600" i="1" dirty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600" b="0" i="1" dirty="0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b="0" i="1" dirty="0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sz="1600" b="0" i="1" dirty="0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r>
                        <a:rPr lang="en-US" altLang="zh-CN" sz="1600" b="1" i="1" dirty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d>
                        <m:dPr>
                          <m:ctrlP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600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1" i="1" dirty="0" smtClean="0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altLang="zh-CN" sz="1600" b="1" i="1" dirty="0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b>
                          </m:sSub>
                          <m: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  <m:t>→</m:t>
                          </m:r>
                          <m:sSub>
                            <m:sSubPr>
                              <m:ctrlPr>
                                <a:rPr lang="en-US" altLang="zh-CN" sz="1600" b="1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1" i="1" dirty="0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altLang="zh-CN" sz="1600" b="1" i="1" dirty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  <m:r>
                                <a:rPr lang="en-US" altLang="zh-CN" sz="1600" b="1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1600" b="1" i="1" dirty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</m:oMath>
                    <m:oMath xmlns:m="http://schemas.openxmlformats.org/officeDocument/2006/math">
                      <m:sSub>
                        <m:sSubPr>
                          <m:ctrlP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1600" i="1" dirty="0">
                          <a:latin typeface="Cambria Math" panose="02040503050406030204" pitchFamily="18" charset="0"/>
                        </a:rPr>
                        <m:t>=1,  </m:t>
                      </m:r>
                      <m:sSub>
                        <m:sSubPr>
                          <m:ctrlP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zh-CN" sz="1600" i="1" dirty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  <m:t>=2</m:t>
                          </m:r>
                        </m:sub>
                        <m:sup>
                          <m: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f>
                            <m:fPr>
                              <m:ctrlP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altLang="zh-CN" sz="16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6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600" i="1" dirty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altLang="zh-CN" sz="1600" i="1" dirty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  <m:r>
                                    <a:rPr lang="en-US" altLang="zh-CN" sz="1600" i="1" dirty="0"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altLang="zh-CN" sz="16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600" i="1" dirty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altLang="zh-CN" sz="1600" i="1" dirty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US" altLang="zh-CN" sz="1600" i="1" dirty="0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b>
                                  </m:sSub>
                                  <m:r>
                                    <a:rPr lang="en-US" altLang="zh-CN" sz="1600" i="1" dirty="0"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altLang="zh-CN" sz="16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600" i="1" dirty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altLang="zh-CN" sz="1600" i="1" dirty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US" altLang="zh-CN" sz="1600" i="1" dirty="0">
                                          <a:latin typeface="Cambria Math" panose="02040503050406030204" pitchFamily="18" charset="0"/>
                                        </a:rPr>
                                        <m:t>−2</m:t>
                                      </m:r>
                                    </m:sub>
                                  </m:sSub>
                                </m:e>
                              </m:d>
                              <m:func>
                                <m:funcPr>
                                  <m:ctrlPr>
                                    <a:rPr lang="en-US" altLang="zh-CN" sz="16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CN" sz="1600" dirty="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en-US" altLang="zh-CN" sz="16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600" i="1" dirty="0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CN" sz="16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600" i="1" dirty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600" i="1" dirty="0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</m:sub>
                                  </m:sSub>
                                </m:e>
                              </m:func>
                            </m:num>
                            <m:den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  <m:t>𝑝𝑑𝑓</m:t>
                              </m:r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zh-CN" sz="16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i="1" dirty="0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sz="1600" i="1" dirty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A4B1D059-DF32-F889-5734-EE0FD34DE4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654731" y="1219845"/>
                <a:ext cx="11876241" cy="1944763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E99124D7-B0A2-204F-2F73-A9CC160C4C10}"/>
                  </a:ext>
                </a:extLst>
              </p:cNvPr>
              <p:cNvSpPr txBox="1"/>
              <p:nvPr/>
            </p:nvSpPr>
            <p:spPr>
              <a:xfrm>
                <a:off x="5742789" y="2638363"/>
                <a:ext cx="4318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800" b="1" i="1" dirty="0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1" i="1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  <m:sub>
                          <m:r>
                            <a:rPr lang="en-US" altLang="zh-CN" sz="1800" b="1" i="1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</m:oMath>
                  </m:oMathPara>
                </a14:m>
                <a:endParaRPr lang="zh-CN" altLang="en-US" b="1" dirty="0"/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E99124D7-B0A2-204F-2F73-A9CC160C4C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2789" y="2638363"/>
                <a:ext cx="431800" cy="369332"/>
              </a:xfrm>
              <a:prstGeom prst="rect">
                <a:avLst/>
              </a:prstGeom>
              <a:blipFill>
                <a:blip r:embed="rId25"/>
                <a:stretch>
                  <a:fillRect l="-4225" b="-1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组合 1">
            <a:extLst>
              <a:ext uri="{FF2B5EF4-FFF2-40B4-BE49-F238E27FC236}">
                <a16:creationId xmlns:a16="http://schemas.microsoft.com/office/drawing/2014/main" id="{90E0AB81-6A1F-EA0A-0C49-70F7268E2D41}"/>
              </a:ext>
            </a:extLst>
          </p:cNvPr>
          <p:cNvGrpSpPr/>
          <p:nvPr/>
        </p:nvGrpSpPr>
        <p:grpSpPr>
          <a:xfrm>
            <a:off x="6407150" y="3007695"/>
            <a:ext cx="5738172" cy="2630460"/>
            <a:chOff x="6407150" y="3007695"/>
            <a:chExt cx="5738172" cy="2630460"/>
          </a:xfrm>
        </p:grpSpPr>
        <p:cxnSp>
          <p:nvCxnSpPr>
            <p:cNvPr id="5" name="直接连接符 4">
              <a:extLst>
                <a:ext uri="{FF2B5EF4-FFF2-40B4-BE49-F238E27FC236}">
                  <a16:creationId xmlns:a16="http://schemas.microsoft.com/office/drawing/2014/main" id="{FADEC0AB-D0AA-81EC-E670-D6D2388054F5}"/>
                </a:ext>
              </a:extLst>
            </p:cNvPr>
            <p:cNvCxnSpPr/>
            <p:nvPr/>
          </p:nvCxnSpPr>
          <p:spPr>
            <a:xfrm>
              <a:off x="7544173" y="3725264"/>
              <a:ext cx="754402" cy="298252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5E0CE7A6-59DA-6B65-DCAD-C46993A57BE0}"/>
                </a:ext>
              </a:extLst>
            </p:cNvPr>
            <p:cNvCxnSpPr/>
            <p:nvPr/>
          </p:nvCxnSpPr>
          <p:spPr>
            <a:xfrm>
              <a:off x="8298575" y="4023515"/>
              <a:ext cx="754402" cy="298252"/>
            </a:xfrm>
            <a:prstGeom prst="line">
              <a:avLst/>
            </a:prstGeom>
            <a:ln w="38100"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522026A7-E685-5E0A-A388-E26D0E117B1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98575" y="3776990"/>
              <a:ext cx="752580" cy="246524"/>
            </a:xfrm>
            <a:prstGeom prst="line">
              <a:avLst/>
            </a:prstGeom>
            <a:ln w="38100">
              <a:solidFill>
                <a:srgbClr val="FFC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024B502E-612F-3204-FC7A-189B75FFAE31}"/>
                </a:ext>
              </a:extLst>
            </p:cNvPr>
            <p:cNvCxnSpPr/>
            <p:nvPr/>
          </p:nvCxnSpPr>
          <p:spPr>
            <a:xfrm>
              <a:off x="9052978" y="4321767"/>
              <a:ext cx="754402" cy="298252"/>
            </a:xfrm>
            <a:prstGeom prst="line">
              <a:avLst/>
            </a:prstGeom>
            <a:ln w="38100"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570D5C4C-E441-90D7-0565-74C097FA7C3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52978" y="4075241"/>
              <a:ext cx="754402" cy="246526"/>
            </a:xfrm>
            <a:prstGeom prst="line">
              <a:avLst/>
            </a:prstGeom>
            <a:ln w="38100">
              <a:solidFill>
                <a:srgbClr val="FFC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F318E903-DD04-E685-2482-478F53DFC148}"/>
                </a:ext>
              </a:extLst>
            </p:cNvPr>
            <p:cNvCxnSpPr/>
            <p:nvPr/>
          </p:nvCxnSpPr>
          <p:spPr>
            <a:xfrm>
              <a:off x="9807380" y="4620019"/>
              <a:ext cx="754402" cy="298252"/>
            </a:xfrm>
            <a:prstGeom prst="line">
              <a:avLst/>
            </a:prstGeom>
            <a:ln w="38100"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CD38A251-2855-C48C-93C0-B93A2CA8B80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07380" y="4373493"/>
              <a:ext cx="754402" cy="246526"/>
            </a:xfrm>
            <a:prstGeom prst="line">
              <a:avLst/>
            </a:prstGeom>
            <a:ln w="38100">
              <a:solidFill>
                <a:srgbClr val="FFC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5516A768-7BFB-AE4B-7F4A-A6021C30B918}"/>
                </a:ext>
              </a:extLst>
            </p:cNvPr>
            <p:cNvCxnSpPr/>
            <p:nvPr/>
          </p:nvCxnSpPr>
          <p:spPr>
            <a:xfrm>
              <a:off x="10561782" y="4913395"/>
              <a:ext cx="754402" cy="298252"/>
            </a:xfrm>
            <a:prstGeom prst="line">
              <a:avLst/>
            </a:prstGeom>
            <a:ln w="38100"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5A1A0FE7-9C91-A6C0-B2F7-1B11B41A003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561782" y="4666868"/>
              <a:ext cx="754402" cy="246526"/>
            </a:xfrm>
            <a:prstGeom prst="line">
              <a:avLst/>
            </a:prstGeom>
            <a:ln w="38100">
              <a:solidFill>
                <a:srgbClr val="FFC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834B6328-0A4E-01ED-F5FB-2CF46E240128}"/>
                    </a:ext>
                  </a:extLst>
                </p:cNvPr>
                <p:cNvSpPr txBox="1"/>
                <p:nvPr/>
              </p:nvSpPr>
              <p:spPr>
                <a:xfrm>
                  <a:off x="7107618" y="3498153"/>
                  <a:ext cx="542504" cy="35903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834B6328-0A4E-01ED-F5FB-2CF46E24012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07618" y="3498153"/>
                  <a:ext cx="542504" cy="359036"/>
                </a:xfrm>
                <a:prstGeom prst="rect">
                  <a:avLst/>
                </a:prstGeom>
                <a:blipFill>
                  <a:blip r:embed="rId26"/>
                  <a:stretch>
                    <a:fillRect b="-1016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8" name="文本框 27">
                  <a:extLst>
                    <a:ext uri="{FF2B5EF4-FFF2-40B4-BE49-F238E27FC236}">
                      <a16:creationId xmlns:a16="http://schemas.microsoft.com/office/drawing/2014/main" id="{BCC9A05A-7468-A131-E072-7247D85217EF}"/>
                    </a:ext>
                  </a:extLst>
                </p:cNvPr>
                <p:cNvSpPr txBox="1"/>
                <p:nvPr/>
              </p:nvSpPr>
              <p:spPr>
                <a:xfrm>
                  <a:off x="7936033" y="3962732"/>
                  <a:ext cx="542504" cy="35903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28" name="文本框 27">
                  <a:extLst>
                    <a:ext uri="{FF2B5EF4-FFF2-40B4-BE49-F238E27FC236}">
                      <a16:creationId xmlns:a16="http://schemas.microsoft.com/office/drawing/2014/main" id="{BCC9A05A-7468-A131-E072-7247D85217E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36033" y="3962732"/>
                  <a:ext cx="542504" cy="359036"/>
                </a:xfrm>
                <a:prstGeom prst="rect">
                  <a:avLst/>
                </a:prstGeom>
                <a:blipFill>
                  <a:blip r:embed="rId27"/>
                  <a:stretch>
                    <a:fillRect b="-1186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9" name="文本框 28">
                  <a:extLst>
                    <a:ext uri="{FF2B5EF4-FFF2-40B4-BE49-F238E27FC236}">
                      <a16:creationId xmlns:a16="http://schemas.microsoft.com/office/drawing/2014/main" id="{6627F9FD-5244-3193-7C43-91230EE056D2}"/>
                    </a:ext>
                  </a:extLst>
                </p:cNvPr>
                <p:cNvSpPr txBox="1"/>
                <p:nvPr/>
              </p:nvSpPr>
              <p:spPr>
                <a:xfrm>
                  <a:off x="8736080" y="3343344"/>
                  <a:ext cx="542504" cy="35903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29" name="文本框 28">
                  <a:extLst>
                    <a:ext uri="{FF2B5EF4-FFF2-40B4-BE49-F238E27FC236}">
                      <a16:creationId xmlns:a16="http://schemas.microsoft.com/office/drawing/2014/main" id="{6627F9FD-5244-3193-7C43-91230EE056D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36080" y="3343344"/>
                  <a:ext cx="542504" cy="359036"/>
                </a:xfrm>
                <a:prstGeom prst="rect">
                  <a:avLst/>
                </a:prstGeom>
                <a:blipFill>
                  <a:blip r:embed="rId28"/>
                  <a:stretch>
                    <a:fillRect b="-1186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27E34342-F159-A96C-2D1C-B70904C0C1E3}"/>
                    </a:ext>
                  </a:extLst>
                </p:cNvPr>
                <p:cNvSpPr txBox="1"/>
                <p:nvPr/>
              </p:nvSpPr>
              <p:spPr>
                <a:xfrm>
                  <a:off x="8194073" y="4260982"/>
                  <a:ext cx="1483324" cy="62831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altLang="zh-CN" dirty="0"/>
                </a:p>
                <a:p>
                  <a:pPr algn="ctr"/>
                  <a:r>
                    <a:rPr lang="en-US" altLang="zh-CN" dirty="0"/>
                    <a:t>(</a:t>
                  </a:r>
                  <a:r>
                    <a:rPr lang="en-US" altLang="zh-CN" dirty="0">
                      <a:solidFill>
                        <a:srgbClr val="00B050"/>
                      </a:solidFill>
                    </a:rPr>
                    <a:t>specular</a:t>
                  </a:r>
                  <a:r>
                    <a:rPr lang="en-US" altLang="zh-CN" dirty="0"/>
                    <a:t>)</a:t>
                  </a:r>
                  <a:endParaRPr lang="zh-CN" altLang="en-US" dirty="0"/>
                </a:p>
              </p:txBody>
            </p:sp>
          </mc:Choice>
          <mc:Fallback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27E34342-F159-A96C-2D1C-B70904C0C1E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94073" y="4260982"/>
                  <a:ext cx="1483324" cy="628312"/>
                </a:xfrm>
                <a:prstGeom prst="rect">
                  <a:avLst/>
                </a:prstGeom>
                <a:blipFill>
                  <a:blip r:embed="rId29"/>
                  <a:stretch>
                    <a:fillRect b="-1747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724C3060-FDAD-4423-992F-54E992A95EF3}"/>
                    </a:ext>
                  </a:extLst>
                </p:cNvPr>
                <p:cNvSpPr txBox="1"/>
                <p:nvPr/>
              </p:nvSpPr>
              <p:spPr>
                <a:xfrm>
                  <a:off x="9676900" y="3693718"/>
                  <a:ext cx="542504" cy="35903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  <m:sup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724C3060-FDAD-4423-992F-54E992A95E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76900" y="3693718"/>
                  <a:ext cx="542504" cy="359036"/>
                </a:xfrm>
                <a:prstGeom prst="rect">
                  <a:avLst/>
                </a:prstGeom>
                <a:blipFill>
                  <a:blip r:embed="rId30"/>
                  <a:stretch>
                    <a:fillRect b="-1016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2" name="文本框 31">
                  <a:extLst>
                    <a:ext uri="{FF2B5EF4-FFF2-40B4-BE49-F238E27FC236}">
                      <a16:creationId xmlns:a16="http://schemas.microsoft.com/office/drawing/2014/main" id="{B9166954-8E3E-25D1-4310-4FEE81735B2D}"/>
                    </a:ext>
                  </a:extLst>
                </p:cNvPr>
                <p:cNvSpPr txBox="1"/>
                <p:nvPr/>
              </p:nvSpPr>
              <p:spPr>
                <a:xfrm>
                  <a:off x="9576609" y="4543949"/>
                  <a:ext cx="542504" cy="35903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32" name="文本框 31">
                  <a:extLst>
                    <a:ext uri="{FF2B5EF4-FFF2-40B4-BE49-F238E27FC236}">
                      <a16:creationId xmlns:a16="http://schemas.microsoft.com/office/drawing/2014/main" id="{B9166954-8E3E-25D1-4310-4FEE81735B2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76609" y="4543949"/>
                  <a:ext cx="542504" cy="359036"/>
                </a:xfrm>
                <a:prstGeom prst="rect">
                  <a:avLst/>
                </a:prstGeom>
                <a:blipFill>
                  <a:blip r:embed="rId31"/>
                  <a:stretch>
                    <a:fillRect b="-1186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3" name="文本框 32">
                  <a:extLst>
                    <a:ext uri="{FF2B5EF4-FFF2-40B4-BE49-F238E27FC236}">
                      <a16:creationId xmlns:a16="http://schemas.microsoft.com/office/drawing/2014/main" id="{1EB61321-B33B-0DEF-1E55-E1F8B6DC1677}"/>
                    </a:ext>
                  </a:extLst>
                </p:cNvPr>
                <p:cNvSpPr txBox="1"/>
                <p:nvPr/>
              </p:nvSpPr>
              <p:spPr>
                <a:xfrm>
                  <a:off x="10454961" y="4023514"/>
                  <a:ext cx="542504" cy="36763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  <m:sup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33" name="文本框 32">
                  <a:extLst>
                    <a:ext uri="{FF2B5EF4-FFF2-40B4-BE49-F238E27FC236}">
                      <a16:creationId xmlns:a16="http://schemas.microsoft.com/office/drawing/2014/main" id="{1EB61321-B33B-0DEF-1E55-E1F8B6DC167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54961" y="4023514"/>
                  <a:ext cx="542504" cy="367637"/>
                </a:xfrm>
                <a:prstGeom prst="rect">
                  <a:avLst/>
                </a:prstGeom>
                <a:blipFill>
                  <a:blip r:embed="rId32"/>
                  <a:stretch>
                    <a:fillRect b="-10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C034627E-E1CF-7826-F167-89ADE8A08926}"/>
                    </a:ext>
                  </a:extLst>
                </p:cNvPr>
                <p:cNvSpPr txBox="1"/>
                <p:nvPr/>
              </p:nvSpPr>
              <p:spPr>
                <a:xfrm>
                  <a:off x="10297840" y="4913394"/>
                  <a:ext cx="542504" cy="35903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C034627E-E1CF-7826-F167-89ADE8A0892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97840" y="4913394"/>
                  <a:ext cx="542504" cy="359036"/>
                </a:xfrm>
                <a:prstGeom prst="rect">
                  <a:avLst/>
                </a:prstGeom>
                <a:blipFill>
                  <a:blip r:embed="rId33"/>
                  <a:stretch>
                    <a:fillRect b="-1186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5" name="文本框 34">
                  <a:extLst>
                    <a:ext uri="{FF2B5EF4-FFF2-40B4-BE49-F238E27FC236}">
                      <a16:creationId xmlns:a16="http://schemas.microsoft.com/office/drawing/2014/main" id="{B016DCE0-8217-FA54-322A-4AED7140823D}"/>
                    </a:ext>
                  </a:extLst>
                </p:cNvPr>
                <p:cNvSpPr txBox="1"/>
                <p:nvPr/>
              </p:nvSpPr>
              <p:spPr>
                <a:xfrm>
                  <a:off x="11261408" y="4327613"/>
                  <a:ext cx="542504" cy="35903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  <m:sup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35" name="文本框 34">
                  <a:extLst>
                    <a:ext uri="{FF2B5EF4-FFF2-40B4-BE49-F238E27FC236}">
                      <a16:creationId xmlns:a16="http://schemas.microsoft.com/office/drawing/2014/main" id="{B016DCE0-8217-FA54-322A-4AED714082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261408" y="4327613"/>
                  <a:ext cx="542504" cy="359036"/>
                </a:xfrm>
                <a:prstGeom prst="rect">
                  <a:avLst/>
                </a:prstGeom>
                <a:blipFill>
                  <a:blip r:embed="rId34"/>
                  <a:stretch>
                    <a:fillRect b="-1016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475407EB-819C-880A-6A54-56A381563816}"/>
                    </a:ext>
                  </a:extLst>
                </p:cNvPr>
                <p:cNvSpPr txBox="1"/>
                <p:nvPr/>
              </p:nvSpPr>
              <p:spPr>
                <a:xfrm>
                  <a:off x="11173983" y="5154071"/>
                  <a:ext cx="542504" cy="35903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475407EB-819C-880A-6A54-56A38156381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73983" y="5154071"/>
                  <a:ext cx="542504" cy="359036"/>
                </a:xfrm>
                <a:prstGeom prst="rect">
                  <a:avLst/>
                </a:prstGeom>
                <a:blipFill>
                  <a:blip r:embed="rId35"/>
                  <a:stretch>
                    <a:fillRect b="-1186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AFF13C3C-F330-6A6B-333E-C97A656C2DF3}"/>
                    </a:ext>
                  </a:extLst>
                </p:cNvPr>
                <p:cNvSpPr txBox="1"/>
                <p:nvPr/>
              </p:nvSpPr>
              <p:spPr>
                <a:xfrm>
                  <a:off x="11580128" y="4939125"/>
                  <a:ext cx="542504" cy="35903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……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AFF13C3C-F330-6A6B-333E-C97A656C2D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580128" y="4939125"/>
                  <a:ext cx="542504" cy="359036"/>
                </a:xfrm>
                <a:prstGeom prst="rect">
                  <a:avLst/>
                </a:prstGeom>
                <a:blipFill>
                  <a:blip r:embed="rId3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8" name="文本框 37">
                  <a:extLst>
                    <a:ext uri="{FF2B5EF4-FFF2-40B4-BE49-F238E27FC236}">
                      <a16:creationId xmlns:a16="http://schemas.microsoft.com/office/drawing/2014/main" id="{C63389B2-FD44-3F7A-C12E-315A425ABE1F}"/>
                    </a:ext>
                  </a:extLst>
                </p:cNvPr>
                <p:cNvSpPr txBox="1"/>
                <p:nvPr/>
              </p:nvSpPr>
              <p:spPr>
                <a:xfrm>
                  <a:off x="6407150" y="3020368"/>
                  <a:ext cx="1987530" cy="35903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altLang="zh-CN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b="0" i="1" dirty="0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+…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38" name="文本框 37">
                  <a:extLst>
                    <a:ext uri="{FF2B5EF4-FFF2-40B4-BE49-F238E27FC236}">
                      <a16:creationId xmlns:a16="http://schemas.microsoft.com/office/drawing/2014/main" id="{C63389B2-FD44-3F7A-C12E-315A425ABE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07150" y="3020368"/>
                  <a:ext cx="1987530" cy="359036"/>
                </a:xfrm>
                <a:prstGeom prst="rect">
                  <a:avLst/>
                </a:prstGeom>
                <a:blipFill>
                  <a:blip r:embed="rId37"/>
                  <a:stretch>
                    <a:fillRect b="-1186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0" name="文本框 39">
                  <a:extLst>
                    <a:ext uri="{FF2B5EF4-FFF2-40B4-BE49-F238E27FC236}">
                      <a16:creationId xmlns:a16="http://schemas.microsoft.com/office/drawing/2014/main" id="{07AAA780-F0A2-13F1-EDBC-E1AA89BA1AC3}"/>
                    </a:ext>
                  </a:extLst>
                </p:cNvPr>
                <p:cNvSpPr txBox="1"/>
                <p:nvPr/>
              </p:nvSpPr>
              <p:spPr>
                <a:xfrm>
                  <a:off x="8764600" y="3007695"/>
                  <a:ext cx="912300" cy="35903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altLang="zh-CN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b="0" i="1" dirty="0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40" name="文本框 39">
                  <a:extLst>
                    <a:ext uri="{FF2B5EF4-FFF2-40B4-BE49-F238E27FC236}">
                      <a16:creationId xmlns:a16="http://schemas.microsoft.com/office/drawing/2014/main" id="{07AAA780-F0A2-13F1-EDBC-E1AA89BA1A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64600" y="3007695"/>
                  <a:ext cx="912300" cy="359036"/>
                </a:xfrm>
                <a:prstGeom prst="rect">
                  <a:avLst/>
                </a:prstGeom>
                <a:blipFill>
                  <a:blip r:embed="rId38"/>
                  <a:stretch>
                    <a:fillRect r="-10067" b="-1186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CC5EB2E4-FB8E-E5C7-F7EC-39F9512071C0}"/>
                    </a:ext>
                  </a:extLst>
                </p:cNvPr>
                <p:cNvSpPr txBox="1"/>
                <p:nvPr/>
              </p:nvSpPr>
              <p:spPr>
                <a:xfrm>
                  <a:off x="8222750" y="5016014"/>
                  <a:ext cx="2545089" cy="62214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                   +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altLang="zh-CN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b="0" i="1" dirty="0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</m:d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,  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𝑖𝑓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𝑖𝑠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𝑙𝑖𝑔h𝑡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𝑠𝑜𝑢𝑟𝑐𝑒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CC5EB2E4-FB8E-E5C7-F7EC-39F9512071C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22750" y="5016014"/>
                  <a:ext cx="2545089" cy="622141"/>
                </a:xfrm>
                <a:prstGeom prst="rect">
                  <a:avLst/>
                </a:prstGeom>
                <a:blipFill>
                  <a:blip r:embed="rId39"/>
                  <a:stretch>
                    <a:fillRect b="-1078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2" name="文本框 41">
                  <a:extLst>
                    <a:ext uri="{FF2B5EF4-FFF2-40B4-BE49-F238E27FC236}">
                      <a16:creationId xmlns:a16="http://schemas.microsoft.com/office/drawing/2014/main" id="{0DAE7CCE-AEAB-F6FB-A967-06D554BA980D}"/>
                    </a:ext>
                  </a:extLst>
                </p:cNvPr>
                <p:cNvSpPr txBox="1"/>
                <p:nvPr/>
              </p:nvSpPr>
              <p:spPr>
                <a:xfrm>
                  <a:off x="10454961" y="3665312"/>
                  <a:ext cx="912300" cy="35903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altLang="zh-CN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b="0" i="1" dirty="0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42" name="文本框 41">
                  <a:extLst>
                    <a:ext uri="{FF2B5EF4-FFF2-40B4-BE49-F238E27FC236}">
                      <a16:creationId xmlns:a16="http://schemas.microsoft.com/office/drawing/2014/main" id="{0DAE7CCE-AEAB-F6FB-A967-06D554BA98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54961" y="3665312"/>
                  <a:ext cx="912300" cy="359036"/>
                </a:xfrm>
                <a:prstGeom prst="rect">
                  <a:avLst/>
                </a:prstGeom>
                <a:blipFill>
                  <a:blip r:embed="rId40"/>
                  <a:stretch>
                    <a:fillRect r="-10000" b="-1186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3D9271D8-CE50-F4A6-2A3D-CFD08FECD52A}"/>
                    </a:ext>
                  </a:extLst>
                </p:cNvPr>
                <p:cNvSpPr txBox="1"/>
                <p:nvPr/>
              </p:nvSpPr>
              <p:spPr>
                <a:xfrm>
                  <a:off x="11233022" y="4025747"/>
                  <a:ext cx="912300" cy="35903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altLang="zh-CN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b="0" i="1" dirty="0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3D9271D8-CE50-F4A6-2A3D-CFD08FECD5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233022" y="4025747"/>
                  <a:ext cx="912300" cy="359036"/>
                </a:xfrm>
                <a:prstGeom prst="rect">
                  <a:avLst/>
                </a:prstGeom>
                <a:blipFill>
                  <a:blip r:embed="rId41"/>
                  <a:stretch>
                    <a:fillRect r="-10067" b="-1186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3FE9DF89-78E3-6345-8AD5-CB037E1FDEE5}"/>
                </a:ext>
              </a:extLst>
            </p:cNvPr>
            <p:cNvCxnSpPr/>
            <p:nvPr/>
          </p:nvCxnSpPr>
          <p:spPr>
            <a:xfrm>
              <a:off x="9278585" y="4052754"/>
              <a:ext cx="298024" cy="320739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C4B3C4B1-AB96-8A21-150D-DE9A3CF0FC3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71670" y="4036945"/>
              <a:ext cx="298024" cy="320739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C7351FA2-38AB-3980-D24A-9C8E40972F48}"/>
                    </a:ext>
                  </a:extLst>
                </p:cNvPr>
                <p:cNvSpPr txBox="1"/>
                <p:nvPr/>
              </p:nvSpPr>
              <p:spPr>
                <a:xfrm>
                  <a:off x="8289139" y="4008088"/>
                  <a:ext cx="542504" cy="43386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C7351FA2-38AB-3980-D24A-9C8E40972F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89139" y="4008088"/>
                  <a:ext cx="542504" cy="433863"/>
                </a:xfrm>
                <a:prstGeom prst="rect">
                  <a:avLst/>
                </a:prstGeom>
                <a:blipFill>
                  <a:blip r:embed="rId4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2648ED8B-5388-83BD-7070-A78F3E1B26A9}"/>
                    </a:ext>
                  </a:extLst>
                </p:cNvPr>
                <p:cNvSpPr txBox="1"/>
                <p:nvPr/>
              </p:nvSpPr>
              <p:spPr>
                <a:xfrm>
                  <a:off x="9043535" y="4305346"/>
                  <a:ext cx="542504" cy="43386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2648ED8B-5388-83BD-7070-A78F3E1B26A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43535" y="4305346"/>
                  <a:ext cx="542504" cy="433863"/>
                </a:xfrm>
                <a:prstGeom prst="rect">
                  <a:avLst/>
                </a:prstGeom>
                <a:blipFill>
                  <a:blip r:embed="rId4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1C7D84A2-8496-816E-8A2A-9EBE80FEE832}"/>
                    </a:ext>
                  </a:extLst>
                </p:cNvPr>
                <p:cNvSpPr txBox="1"/>
                <p:nvPr/>
              </p:nvSpPr>
              <p:spPr>
                <a:xfrm>
                  <a:off x="9872396" y="4646682"/>
                  <a:ext cx="542504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1C7D84A2-8496-816E-8A2A-9EBE80FEE8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72396" y="4646682"/>
                  <a:ext cx="542504" cy="369332"/>
                </a:xfrm>
                <a:prstGeom prst="rect">
                  <a:avLst/>
                </a:prstGeom>
                <a:blipFill>
                  <a:blip r:embed="rId4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文本框 12">
                  <a:extLst>
                    <a:ext uri="{FF2B5EF4-FFF2-40B4-BE49-F238E27FC236}">
                      <a16:creationId xmlns:a16="http://schemas.microsoft.com/office/drawing/2014/main" id="{7C6EE711-7610-37B7-180A-DF37D2BF6990}"/>
                    </a:ext>
                  </a:extLst>
                </p:cNvPr>
                <p:cNvSpPr txBox="1"/>
                <p:nvPr/>
              </p:nvSpPr>
              <p:spPr>
                <a:xfrm>
                  <a:off x="10626798" y="4951443"/>
                  <a:ext cx="542504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13" name="文本框 12">
                  <a:extLst>
                    <a:ext uri="{FF2B5EF4-FFF2-40B4-BE49-F238E27FC236}">
                      <a16:creationId xmlns:a16="http://schemas.microsoft.com/office/drawing/2014/main" id="{7C6EE711-7610-37B7-180A-DF37D2BF69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626798" y="4951443"/>
                  <a:ext cx="542504" cy="369332"/>
                </a:xfrm>
                <a:prstGeom prst="rect">
                  <a:avLst/>
                </a:prstGeom>
                <a:blipFill>
                  <a:blip r:embed="rId4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9" name="文本框 38">
                  <a:extLst>
                    <a:ext uri="{FF2B5EF4-FFF2-40B4-BE49-F238E27FC236}">
                      <a16:creationId xmlns:a16="http://schemas.microsoft.com/office/drawing/2014/main" id="{1B95A245-607E-258A-4E11-3255B8859484}"/>
                    </a:ext>
                  </a:extLst>
                </p:cNvPr>
                <p:cNvSpPr txBox="1"/>
                <p:nvPr/>
              </p:nvSpPr>
              <p:spPr>
                <a:xfrm>
                  <a:off x="8174614" y="3532604"/>
                  <a:ext cx="542504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39" name="文本框 38">
                  <a:extLst>
                    <a:ext uri="{FF2B5EF4-FFF2-40B4-BE49-F238E27FC236}">
                      <a16:creationId xmlns:a16="http://schemas.microsoft.com/office/drawing/2014/main" id="{1B95A245-607E-258A-4E11-3255B885948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74614" y="3532604"/>
                  <a:ext cx="542504" cy="369332"/>
                </a:xfrm>
                <a:prstGeom prst="rect">
                  <a:avLst/>
                </a:prstGeom>
                <a:blipFill>
                  <a:blip r:embed="rId46"/>
                  <a:stretch>
                    <a:fillRect b="-163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141C71D4-93C6-66D1-24B6-B355F2D7C5A3}"/>
                    </a:ext>
                  </a:extLst>
                </p:cNvPr>
                <p:cNvSpPr txBox="1"/>
                <p:nvPr/>
              </p:nvSpPr>
              <p:spPr>
                <a:xfrm>
                  <a:off x="8885093" y="3880899"/>
                  <a:ext cx="542504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  <m:sup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altLang="zh-CN" b="0" dirty="0"/>
                </a:p>
              </p:txBody>
            </p:sp>
          </mc:Choice>
          <mc:Fallback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141C71D4-93C6-66D1-24B6-B355F2D7C5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85093" y="3880899"/>
                  <a:ext cx="542504" cy="369332"/>
                </a:xfrm>
                <a:prstGeom prst="rect">
                  <a:avLst/>
                </a:prstGeom>
                <a:blipFill>
                  <a:blip r:embed="rId47"/>
                  <a:stretch>
                    <a:fillRect b="-1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B1DAC684-63C1-F176-3421-0582CD225D58}"/>
                    </a:ext>
                  </a:extLst>
                </p:cNvPr>
                <p:cNvSpPr txBox="1"/>
                <p:nvPr/>
              </p:nvSpPr>
              <p:spPr>
                <a:xfrm>
                  <a:off x="9757871" y="4171198"/>
                  <a:ext cx="542504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  <m:sup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B1DAC684-63C1-F176-3421-0582CD225D5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57871" y="4171198"/>
                  <a:ext cx="542504" cy="369332"/>
                </a:xfrm>
                <a:prstGeom prst="rect">
                  <a:avLst/>
                </a:prstGeom>
                <a:blipFill>
                  <a:blip r:embed="rId48"/>
                  <a:stretch>
                    <a:fillRect b="-163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6" name="文本框 45">
                  <a:extLst>
                    <a:ext uri="{FF2B5EF4-FFF2-40B4-BE49-F238E27FC236}">
                      <a16:creationId xmlns:a16="http://schemas.microsoft.com/office/drawing/2014/main" id="{B7EB1020-D9A6-6FEE-D19A-F86868460566}"/>
                    </a:ext>
                  </a:extLst>
                </p:cNvPr>
                <p:cNvSpPr txBox="1"/>
                <p:nvPr/>
              </p:nvSpPr>
              <p:spPr>
                <a:xfrm>
                  <a:off x="10512273" y="4475959"/>
                  <a:ext cx="542504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  <m:sup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46" name="文本框 45">
                  <a:extLst>
                    <a:ext uri="{FF2B5EF4-FFF2-40B4-BE49-F238E27FC236}">
                      <a16:creationId xmlns:a16="http://schemas.microsoft.com/office/drawing/2014/main" id="{B7EB1020-D9A6-6FEE-D19A-F8686846056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12273" y="4475959"/>
                  <a:ext cx="542504" cy="369332"/>
                </a:xfrm>
                <a:prstGeom prst="rect">
                  <a:avLst/>
                </a:prstGeom>
                <a:blipFill>
                  <a:blip r:embed="rId49"/>
                  <a:stretch>
                    <a:fillRect b="-163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785655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1C5F11-5244-9492-CB2C-3F973D86E7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A1918356-24D1-D947-A755-B459B359E182}"/>
              </a:ext>
            </a:extLst>
          </p:cNvPr>
          <p:cNvSpPr>
            <a:spLocks noGrp="1"/>
          </p:cNvSpPr>
          <p:nvPr>
            <p:ph type="title" idx="1"/>
          </p:nvPr>
        </p:nvSpPr>
        <p:spPr/>
        <p:txBody>
          <a:bodyPr/>
          <a:lstStyle/>
          <a:p>
            <a:r>
              <a:rPr lang="zh-CN" altLang="en-US" dirty="0"/>
              <a:t>更好的俄罗斯轮盘赌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45F98E4A-FE3B-F088-7330-1D3D0D78392B}"/>
                  </a:ext>
                </a:extLst>
              </p:cNvPr>
              <p:cNvSpPr txBox="1"/>
              <p:nvPr/>
            </p:nvSpPr>
            <p:spPr>
              <a:xfrm>
                <a:off x="490687" y="1936411"/>
                <a:ext cx="4662158" cy="32267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:br>
                  <a:rPr lang="en-US" altLang="zh-CN" sz="1600" b="1" i="1" dirty="0"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1600" i="1" dirty="0">
                          <a:latin typeface="Cambria Math" panose="02040503050406030204" pitchFamily="18" charset="0"/>
                        </a:rPr>
                        <m:t>=1,  </m:t>
                      </m:r>
                      <m:sSub>
                        <m:sSubPr>
                          <m:ctrlP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zh-CN" sz="1600" i="1" dirty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  <m:t>=2</m:t>
                          </m:r>
                        </m:sub>
                        <m:sup>
                          <m: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f>
                            <m:fPr>
                              <m:ctrlP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altLang="zh-CN" sz="16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6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600" i="1" dirty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altLang="zh-CN" sz="1600" i="1" dirty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  <m:r>
                                    <a:rPr lang="en-US" altLang="zh-CN" sz="1600" i="1" dirty="0"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altLang="zh-CN" sz="16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600" i="1" dirty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altLang="zh-CN" sz="1600" i="1" dirty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US" altLang="zh-CN" sz="1600" i="1" dirty="0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b>
                                  </m:sSub>
                                  <m:r>
                                    <a:rPr lang="en-US" altLang="zh-CN" sz="1600" i="1" dirty="0"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altLang="zh-CN" sz="16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600" i="1" dirty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altLang="zh-CN" sz="1600" i="1" dirty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US" altLang="zh-CN" sz="1600" i="1" dirty="0">
                                          <a:latin typeface="Cambria Math" panose="02040503050406030204" pitchFamily="18" charset="0"/>
                                        </a:rPr>
                                        <m:t>−2</m:t>
                                      </m:r>
                                    </m:sub>
                                  </m:sSub>
                                </m:e>
                              </m:d>
                              <m:func>
                                <m:funcPr>
                                  <m:ctrlPr>
                                    <a:rPr lang="en-US" altLang="zh-CN" sz="16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CN" sz="1600" dirty="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en-US" altLang="zh-CN" sz="16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600" i="1" dirty="0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CN" sz="16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600" i="1" dirty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600" i="1" dirty="0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</m:sub>
                                  </m:sSub>
                                </m:e>
                              </m:func>
                            </m:num>
                            <m:den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  <m:t>𝑝𝑑𝑓</m:t>
                              </m:r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zh-CN" sz="16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i="1" dirty="0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sz="1600" i="1" dirty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en-US" altLang="zh-CN" sz="1600" i="1" dirty="0">
                  <a:latin typeface="Cambria Math" panose="02040503050406030204" pitchFamily="18" charset="0"/>
                </a:endParaRPr>
              </a:p>
              <a:p>
                <a:pPr/>
                <a:endParaRPr lang="en-US" altLang="zh-CN" sz="16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altLang="zh-CN" sz="1600" b="0" i="1" dirty="0" smtClean="0">
                          <a:latin typeface="Cambria Math" panose="02040503050406030204" pitchFamily="18" charset="0"/>
                        </a:rPr>
                        <m:t>=0.9 ⇒  </m:t>
                      </m:r>
                      <m:r>
                        <a:rPr lang="en-US" altLang="zh-CN" sz="1600" b="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altLang="zh-CN" sz="16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1600" b="0" i="0" dirty="0" smtClean="0"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d>
                            <m:dPr>
                              <m:ctrlP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  <m: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  <m: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  <m: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altLang="zh-CN" sz="1600" b="0" i="1" dirty="0">
                  <a:latin typeface="Cambria Math" panose="02040503050406030204" pitchFamily="18" charset="0"/>
                </a:endParaRPr>
              </a:p>
              <a:p>
                <a:pPr/>
                <a:endParaRPr lang="en-US" altLang="zh-CN" sz="1600" b="0" i="1" dirty="0">
                  <a:latin typeface="Cambria Math" panose="02040503050406030204" pitchFamily="18" charset="0"/>
                </a:endParaRPr>
              </a:p>
              <a:p>
                <a:pPr/>
                <a:endParaRPr lang="en-US" altLang="zh-CN" sz="1600" b="0" i="1" dirty="0">
                  <a:latin typeface="Cambria Math" panose="02040503050406030204" pitchFamily="18" charset="0"/>
                </a:endParaRPr>
              </a:p>
              <a:p>
                <a:pPr/>
                <a:endParaRPr lang="en-US" altLang="zh-CN" sz="1600" b="0" i="1" dirty="0">
                  <a:latin typeface="Cambria Math" panose="02040503050406030204" pitchFamily="18" charset="0"/>
                </a:endParaRPr>
              </a:p>
              <a:p>
                <a:r>
                  <a:rPr lang="zh-CN" altLang="en-US" sz="1600" dirty="0">
                    <a:latin typeface="Cambria Math" panose="02040503050406030204" pitchFamily="18" charset="0"/>
                  </a:rPr>
                  <a:t>       由于</a:t>
                </a:r>
                <a:r>
                  <a:rPr lang="en-US" altLang="zh-CN" sz="1600" dirty="0">
                    <a:latin typeface="Cambria Math" panose="02040503050406030204" pitchFamily="18" charset="0"/>
                  </a:rPr>
                  <a:t>BTDF</a:t>
                </a:r>
                <a:r>
                  <a:rPr lang="zh-CN" altLang="en-US" sz="1600" dirty="0">
                    <a:latin typeface="Cambria Math" panose="02040503050406030204" pitchFamily="18" charset="0"/>
                  </a:rPr>
                  <a:t>的非对称性，光现在进入电介质和离开电介质时的</a:t>
                </a:r>
                <a:r>
                  <a:rPr lang="en-US" altLang="zh-CN" sz="1600" dirty="0">
                    <a:latin typeface="Cambria Math" panose="02040503050406030204" pitchFamily="18" charset="0"/>
                  </a:rPr>
                  <a:t>BTDF</a:t>
                </a:r>
                <a:r>
                  <a:rPr lang="zh-CN" altLang="en-US" sz="1600" dirty="0">
                    <a:latin typeface="Cambria Math" panose="02040503050406030204" pitchFamily="18" charset="0"/>
                  </a:rPr>
                  <a:t>都会乘上一个修正项，这两个修正项会相互抵消，但是却会影响</a:t>
                </a:r>
                <a:r>
                  <a:rPr lang="en-US" altLang="zh-CN" sz="1600" dirty="0">
                    <a:latin typeface="Cambria Math" panose="02040503050406030204" pitchFamily="18" charset="0"/>
                  </a:rPr>
                  <a:t>q</a:t>
                </a:r>
                <a:r>
                  <a:rPr lang="zh-CN" altLang="en-US" sz="1600" dirty="0">
                    <a:latin typeface="Cambria Math" panose="02040503050406030204" pitchFamily="18" charset="0"/>
                  </a:rPr>
                  <a:t>的值，所以在碰到电介质材质时，需要抵消掉这种影响。</a:t>
                </a:r>
              </a:p>
            </p:txBody>
          </p:sp>
        </mc:Choice>
        <mc:Fallback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45F98E4A-FE3B-F088-7330-1D3D0D7839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687" y="1936411"/>
                <a:ext cx="4662158" cy="3226717"/>
              </a:xfrm>
              <a:prstGeom prst="rect">
                <a:avLst/>
              </a:prstGeom>
              <a:blipFill>
                <a:blip r:embed="rId2"/>
                <a:stretch>
                  <a:fillRect l="-654" b="-15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图片 6">
            <a:extLst>
              <a:ext uri="{FF2B5EF4-FFF2-40B4-BE49-F238E27FC236}">
                <a16:creationId xmlns:a16="http://schemas.microsoft.com/office/drawing/2014/main" id="{2A9E0466-A82F-07B5-17A8-EC7B809A5A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7891" y="1990801"/>
            <a:ext cx="6512191" cy="34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854420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jRkMDIwMzk2MDA3NTJlMDQ4NWFlNWE0Y2ViMGY0MTM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UNIT_TYPE" val="i"/>
  <p:tag name="KSO_WM_UNIT_INDEX" val="1"/>
  <p:tag name="KSO_WM_UNIT_CONTENT_GROUP_TYPE" val="titlestyl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TEMPLATE_CATEGORY" val="custom"/>
  <p:tag name="KSO_WM_TEMPLATE_INDEX" val="20230314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  <p:tag name="KSO_WM_TEMPLATE_CATEGORY" val="custom"/>
  <p:tag name="KSO_WM_TEMPLATE_INDEX" val="20230314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0314"/>
  <p:tag name="KSO_WM_SPECIAL_SOURCE" val="bdnull"/>
  <p:tag name="KSO_WM_TEMPLATE_THUMBS_INDEX" val="1、9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SHADOW_SCHEMECOLOR_INDEX_BRIGHTNESS" val="-0.5"/>
  <p:tag name="KSO_WM_UNIT_SHADOW_SCHEMECOLOR_INDEX" val="14"/>
  <p:tag name="KSO_WM_UNIT_TEXT_FILL_FORE_SCHEMECOLOR_INDEX_BRIGHTNESS" val="0"/>
  <p:tag name="KSO_WM_UNIT_TEXT_FILL_FORE_SCHEMECOLOR_INDEX" val="2"/>
  <p:tag name="KSO_WM_UNIT_TEX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SHADOW_SCHEMECOLOR_INDEX_BRIGHTNESS" val="-0.5"/>
  <p:tag name="KSO_WM_UNIT_SHADOW_SCHEMECOLOR_INDEX" val="14"/>
  <p:tag name="KSO_WM_UNIT_TEXT_FILL_FORE_SCHEMECOLOR_INDEX_BRIGHTNESS" val="0"/>
  <p:tag name="KSO_WM_UNIT_TEXT_FILL_FORE_SCHEMECOLOR_INDEX" val="2"/>
  <p:tag name="KSO_WM_UNIT_TEX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*i*3"/>
  <p:tag name="KSO_WM_UNIT_LAYERLEVEL" val="1"/>
  <p:tag name="KSO_WM_TAG_VERSION" val="3.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i"/>
  <p:tag name="KSO_WM_UNIT_INDEX" val="4"/>
  <p:tag name="KSO_WM_UNIT_ID" val="_1*i*4"/>
  <p:tag name="KSO_WM_UNIT_LAYERLEVEL" val="1"/>
  <p:tag name="KSO_WM_TAG_VERSION" val="3.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*i*5"/>
  <p:tag name="KSO_WM_UNIT_LAYERLEVEL" val="1"/>
  <p:tag name="KSO_WM_TAG_VERSION" val="3.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*i*6"/>
  <p:tag name="KSO_WM_UNIT_LAYERLEVEL" val="1"/>
  <p:tag name="KSO_WM_TAG_VERSION" val="3.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*i*7"/>
  <p:tag name="KSO_WM_UNIT_LAYERLEVEL" val="1"/>
  <p:tag name="KSO_WM_TAG_VERSION" val="3.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i"/>
  <p:tag name="KSO_WM_UNIT_INDEX" val="8"/>
  <p:tag name="KSO_WM_UNIT_ID" val="_1*i*8"/>
  <p:tag name="KSO_WM_UNIT_LAYERLEVEL" val="1"/>
  <p:tag name="KSO_WM_TAG_VERSION" val="3.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i"/>
  <p:tag name="KSO_WM_UNIT_INDEX" val="9"/>
  <p:tag name="KSO_WM_UNIT_ID" val="_1*i*9"/>
  <p:tag name="KSO_WM_UNIT_LAYERLEVEL" val="1"/>
  <p:tag name="KSO_WM_TAG_VERSION" val="3.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i"/>
  <p:tag name="KSO_WM_UNIT_INDEX" val="10"/>
  <p:tag name="KSO_WM_UNIT_ID" val="_1*i*10"/>
  <p:tag name="KSO_WM_UNIT_LAYERLEVEL" val="1"/>
  <p:tag name="KSO_WM_TAG_VERSION" val="3.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_1*i*11"/>
  <p:tag name="KSO_WM_UNIT_LAYERLEVEL" val="1"/>
  <p:tag name="KSO_WM_TAG_VERSION" val="3.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  <p:tag name="KSO_WM_UNIT_CONTENT_GROUP_TYPE" val="contentchip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4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4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2*i*1"/>
  <p:tag name="KSO_WM_UNIT_LAYERLEVEL" val="1"/>
  <p:tag name="KSO_WM_TAG_VERSION" val="3.0"/>
  <p:tag name="KSO_WM_UNIT_TYPE" val="i"/>
  <p:tag name="KSO_WM_UNIT_INDEX" val="1"/>
  <p:tag name="KSO_WM_UNIT_CONTENT_GROUP_TYPE" val="titlestyl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添加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  <p:tag name="KSO_WM_UNIT_CONTENT_GROUP_TYPE" val="titlestyl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1"/>
  <p:tag name="KSO_WM_UNIT_LAYERLEVEL" val="1"/>
  <p:tag name="KSO_WM_TAG_VERSION" val="3.0"/>
  <p:tag name="KSO_WM_UNIT_TYPE" val="i"/>
  <p:tag name="KSO_WM_UNIT_INDEX" val="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3"/>
  <p:tag name="KSO_WM_UNIT_LAYERLEVEL" val="1"/>
  <p:tag name="KSO_WM_TAG_VERSION" val="3.0"/>
  <p:tag name="KSO_WM_UNIT_TYPE" val="i"/>
  <p:tag name="KSO_WM_UNIT_INDEX" val="3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1"/>
  <p:tag name="KSO_WM_UNIT_ISNUMDGMTITLE" val="0"/>
  <p:tag name="KSO_WM_UNIT_PRESET_TEXT" val="目录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SHADOW_SCHEMECOLOR_INDEX_BRIGHTNESS" val="-0.5"/>
  <p:tag name="KSO_WM_UNIT_SHADOW_SCHEMECOLOR_INDEX" val="14"/>
  <p:tag name="KSO_WM_UNIT_TEXT_FILL_FORE_SCHEMECOLOR_INDEX_BRIGHTNESS" val="0"/>
  <p:tag name="KSO_WM_UNIT_TEXT_FILL_FORE_SCHEMECOLOR_INDEX" val="2"/>
  <p:tag name="KSO_WM_UNIT_TEX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1"/>
  <p:tag name="KSO_WM_UNIT_LAYERLEVEL" val="1"/>
  <p:tag name="KSO_WM_TAG_VERSION" val="3.0"/>
  <p:tag name="KSO_WM_UNIT_TYPE" val="i"/>
  <p:tag name="KSO_WM_UNIT_INDEX" val="1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SHADOW_SCHEMECOLOR_INDEX_BRIGHTNESS" val="-0.5"/>
  <p:tag name="KSO_WM_UNIT_SHADOW_SCHEMECOLOR_INDEX" val="14"/>
  <p:tag name="KSO_WM_UNIT_TEXT_FILL_FORE_SCHEMECOLOR_INDEX_BRIGHTNESS" val="0"/>
  <p:tag name="KSO_WM_UNIT_TEXT_FILL_FORE_SCHEMECOLOR_INDEX" val="2"/>
  <p:tag name="KSO_WM_UNIT_TEX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2"/>
  <p:tag name="KSO_WM_UNIT_LAYERLEVEL" val="1"/>
  <p:tag name="KSO_WM_TAG_VERSION" val="3.0"/>
  <p:tag name="KSO_WM_UNIT_TYPE" val="i"/>
  <p:tag name="KSO_WM_UNIT_INDEX" val="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3"/>
  <p:tag name="KSO_WM_UNIT_LAYERLEVEL" val="1"/>
  <p:tag name="KSO_WM_TAG_VERSION" val="3.0"/>
  <p:tag name="KSO_WM_UNIT_TYPE" val="i"/>
  <p:tag name="KSO_WM_UNIT_INDEX" val="3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4"/>
  <p:tag name="KSO_WM_UNIT_LAYERLEVEL" val="1"/>
  <p:tag name="KSO_WM_TAG_VERSION" val="3.0"/>
  <p:tag name="KSO_WM_UNIT_CONTENT_GROUP_TYPE" val="contentchip"/>
  <p:tag name="KSO_WM_UNIT_TYPE" val="i"/>
  <p:tag name="KSO_WM_UNIT_INDEX" val="4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5"/>
  <p:tag name="KSO_WM_UNIT_LAYERLEVEL" val="1"/>
  <p:tag name="KSO_WM_TAG_VERSION" val="3.0"/>
  <p:tag name="KSO_WM_UNIT_TYPE" val="i"/>
  <p:tag name="KSO_WM_UNIT_INDEX" val="5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RESET_TEXT" val="01"/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添加章节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  <p:tag name="KSO_WM_UNIT_CONTENT_GROUP_TYPE" val="contentchip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5*i*1"/>
  <p:tag name="KSO_WM_UNIT_LAYERLEVEL" val="1"/>
  <p:tag name="KSO_WM_TAG_VERSION" val="3.0"/>
  <p:tag name="KSO_WM_UNIT_TYPE" val="i"/>
  <p:tag name="KSO_WM_UNIT_INDEX" val="1"/>
  <p:tag name="KSO_WM_UNIT_CONTENT_GROUP_TYPE" val="titlestyl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  <p:tag name="KSO_WM_UNIT_CONTENT_GROUP_TYPE" val="titlestyl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6*i*1"/>
  <p:tag name="KSO_WM_UNIT_LAYERLEVEL" val="1"/>
  <p:tag name="KSO_WM_TAG_VERSION" val="3.0"/>
  <p:tag name="KSO_WM_UNIT_TYPE" val="i"/>
  <p:tag name="KSO_WM_UNIT_INDEX" val="1"/>
  <p:tag name="KSO_WM_UNIT_CONTENT_GROUP_TYPE" val="titlestyl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  <p:tag name="KSO_WM_UNIT_CONTENT_GROUP_TYPE" val="titlestyl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7*i*1"/>
  <p:tag name="KSO_WM_UNIT_LAYERLEVEL" val="1"/>
  <p:tag name="KSO_WM_TAG_VERSION" val="3.0"/>
  <p:tag name="KSO_WM_UNIT_TYPE" val="i"/>
  <p:tag name="KSO_WM_UNIT_INDEX" val="1"/>
  <p:tag name="KSO_WM_UNIT_CONTENT_GROUP_TYPE" val="titlestyl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  <p:tag name="KSO_WM_UNIT_CONTENT_GROUP_TYPE" val="titlestyl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8*i*1"/>
  <p:tag name="KSO_WM_UNIT_LAYERLEVEL" val="1"/>
  <p:tag name="KSO_WM_TAG_VERSION" val="3.0"/>
  <p:tag name="KSO_WM_UNIT_TYPE" val="i"/>
  <p:tag name="KSO_WM_UNIT_INDEX" val="1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9*i*1"/>
  <p:tag name="KSO_WM_UNIT_LAYERLEVEL" val="1"/>
  <p:tag name="KSO_WM_TAG_VERSION" val="3.0"/>
  <p:tag name="KSO_WM_UNIT_TYPE" val="i"/>
  <p:tag name="KSO_WM_UNIT_INDEX" val="1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0*i*1"/>
  <p:tag name="KSO_WM_UNIT_LAYERLEVEL" val="1"/>
  <p:tag name="KSO_WM_TAG_VERSION" val="3.0"/>
  <p:tag name="KSO_WM_UNIT_CONTENT_GROUP_TYPE" val="titlestyle"/>
  <p:tag name="KSO_WM_UNIT_TYPE" val="i"/>
  <p:tag name="KSO_WM_UNIT_INDEX" val="1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选择预设副标题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  <p:tag name="KSO_WM_UNIT_CONTENT_GROUP_TYPE" val="titlestyle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  <p:tag name="KSO_WM_UNIT_CONTENT_GROUP_TYPE" val="titlestyle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1"/>
  <p:tag name="KSO_WM_UNIT_LAYERLEVEL" val="1"/>
  <p:tag name="KSO_WM_TAG_VERSION" val="3.0"/>
  <p:tag name="KSO_WM_UNIT_TYPE" val="i"/>
  <p:tag name="KSO_WM_UNIT_INDEX" val="1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SHADOW_SCHEMECOLOR_INDEX_BRIGHTNESS" val="-0.5"/>
  <p:tag name="KSO_WM_UNIT_SHADOW_SCHEMECOLOR_INDEX" val="14"/>
  <p:tag name="KSO_WM_UNIT_TEXT_FILL_FORE_SCHEMECOLOR_INDEX_BRIGHTNESS" val="0"/>
  <p:tag name="KSO_WM_UNIT_TEXT_FILL_FORE_SCHEMECOLOR_INDEX" val="2"/>
  <p:tag name="KSO_WM_UNIT_TEX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2"/>
  <p:tag name="KSO_WM_UNIT_LAYERLEVEL" val="1"/>
  <p:tag name="KSO_WM_TAG_VERSION" val="3.0"/>
  <p:tag name="KSO_WM_UNIT_TYPE" val="i"/>
  <p:tag name="KSO_WM_UNIT_INDEX" val="2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SHADOW_SCHEMECOLOR_INDEX_BRIGHTNESS" val="-0.5"/>
  <p:tag name="KSO_WM_UNIT_SHADOW_SCHEMECOLOR_INDEX" val="14"/>
  <p:tag name="KSO_WM_UNIT_TEXT_FILL_FORE_SCHEMECOLOR_INDEX_BRIGHTNESS" val="0"/>
  <p:tag name="KSO_WM_UNIT_TEXT_FILL_FORE_SCHEMECOLOR_INDEX" val="2"/>
  <p:tag name="KSO_WM_UNIT_TEX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3"/>
  <p:tag name="KSO_WM_UNIT_LAYERLEVEL" val="1"/>
  <p:tag name="KSO_WM_TAG_VERSION" val="3.0"/>
  <p:tag name="KSO_WM_UNIT_TYPE" val="i"/>
  <p:tag name="KSO_WM_UNIT_INDEX" val="3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4"/>
  <p:tag name="KSO_WM_UNIT_LAYERLEVEL" val="1"/>
  <p:tag name="KSO_WM_TAG_VERSION" val="3.0"/>
  <p:tag name="KSO_WM_UNIT_CONTENT_GROUP_TYPE" val="contentchip"/>
  <p:tag name="KSO_WM_UNIT_TYPE" val="i"/>
  <p:tag name="KSO_WM_UNIT_INDEX" val="4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5"/>
  <p:tag name="KSO_WM_UNIT_LAYERLEVEL" val="1"/>
  <p:tag name="KSO_WM_TAG_VERSION" val="3.0"/>
  <p:tag name="KSO_WM_UNIT_TYPE" val="i"/>
  <p:tag name="KSO_WM_UNIT_INDEX" val="5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6"/>
  <p:tag name="KSO_WM_UNIT_LAYERLEVEL" val="1"/>
  <p:tag name="KSO_WM_TAG_VERSION" val="3.0"/>
  <p:tag name="KSO_WM_UNIT_TYPE" val="i"/>
  <p:tag name="KSO_WM_UNIT_INDEX" val="6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7"/>
  <p:tag name="KSO_WM_UNIT_LAYERLEVEL" val="1"/>
  <p:tag name="KSO_WM_TAG_VERSION" val="3.0"/>
  <p:tag name="KSO_WM_UNIT_TYPE" val="i"/>
  <p:tag name="KSO_WM_UNIT_INDEX" val="7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8"/>
  <p:tag name="KSO_WM_UNIT_LAYERLEVEL" val="1"/>
  <p:tag name="KSO_WM_TAG_VERSION" val="3.0"/>
  <p:tag name="KSO_WM_UNIT_CONTENT_GROUP_TYPE" val="contentchip"/>
  <p:tag name="KSO_WM_UNIT_TYPE" val="i"/>
  <p:tag name="KSO_WM_UNIT_INDEX" val="8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9"/>
  <p:tag name="KSO_WM_UNIT_LAYERLEVEL" val="1"/>
  <p:tag name="KSO_WM_TAG_VERSION" val="3.0"/>
  <p:tag name="KSO_WM_UNIT_CONTENT_GROUP_TYPE" val="contentchip"/>
  <p:tag name="KSO_WM_UNIT_TYPE" val="i"/>
  <p:tag name="KSO_WM_UNIT_INDEX" val="9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10"/>
  <p:tag name="KSO_WM_UNIT_LAYERLEVEL" val="1"/>
  <p:tag name="KSO_WM_TAG_VERSION" val="3.0"/>
  <p:tag name="KSO_WM_UNIT_CONTENT_GROUP_TYPE" val="contentchip"/>
  <p:tag name="KSO_WM_UNIT_TYPE" val="i"/>
  <p:tag name="KSO_WM_UNIT_INDEX" val="10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11"/>
  <p:tag name="KSO_WM_UNIT_LAYERLEVEL" val="1"/>
  <p:tag name="KSO_WM_TAG_VERSION" val="3.0"/>
  <p:tag name="KSO_WM_UNIT_TYPE" val="i"/>
  <p:tag name="KSO_WM_UNIT_INDEX" val="11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THANK  YOU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f*4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4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30314_1"/>
  <p:tag name="KSO_WM_TEMPLATE_SUBCATEGORY" val="29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0314"/>
  <p:tag name="KSO_WM_SLIDE_TYPE" val="title"/>
  <p:tag name="KSO_WM_SLIDE_SUBTYPE" val="pureTxt"/>
  <p:tag name="KSO_WM_SLIDE_LAYOUT" val="a_f"/>
  <p:tag name="KSO_WM_SLIDE_LAYOUT_CNT" val="1_1"/>
  <p:tag name="KSO_WM_SPECIAL_SOURCE" val="bdnull"/>
  <p:tag name="KSO_WM_TEMPLATE_THUMBS_INDEX" val="1、9"/>
  <p:tag name="KSO_WM_SLIDE_CONTENT_AREA" val="{&quot;left&quot;:&quot;173.7&quot;,&quot;top&quot;:&quot;78.5&quot;,&quot;width&quot;:&quot;702.55&quot;,&quot;height&quot;:&quot;350.15&quot;}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0314_1*a*1"/>
  <p:tag name="KSO_WM_TEMPLATE_CATEGORY" val="custom"/>
  <p:tag name="KSO_WM_TEMPLATE_INDEX" val="20230314"/>
  <p:tag name="KSO_WM_UNIT_LAYERLEVEL" val="1"/>
  <p:tag name="KSO_WM_TAG_VERSION" val="3.0"/>
  <p:tag name="KSO_WM_BEAUTIFY_FLAG" val="#wm#"/>
  <p:tag name="KSO_WM_UNIT_CONTENT_GROUP_TYPE" val="contentchip"/>
  <p:tag name="KSO_WM_UNIT_PRESET_TEXT" val="单击添加文档标题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b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30314_1*f*1"/>
  <p:tag name="KSO_WM_TEMPLATE_CATEGORY" val="custom"/>
  <p:tag name="KSO_WM_TEMPLATE_INDEX" val="20230314"/>
  <p:tag name="KSO_WM_UNIT_LAYERLEVEL" val="1"/>
  <p:tag name="KSO_WM_TAG_VERSION" val="3.0"/>
  <p:tag name="KSO_WM_BEAUTIFY_FLAG" val="#wm#"/>
  <p:tag name="KSO_WM_UNIT_CONTENT_GROUP_TYPE" val="contentchip"/>
  <p:tag name="KSO_WM_UNIT_PRESET_TEXT" val="汇报人：WPS"/>
</p:tagLst>
</file>

<file path=ppt/theme/theme1.xml><?xml version="1.0" encoding="utf-8"?>
<a:theme xmlns:a="http://schemas.openxmlformats.org/drawingml/2006/main" name="Office 主题">
  <a:themeElements>
    <a:clrScheme name="自定义 23">
      <a:dk1>
        <a:srgbClr val="000000"/>
      </a:dk1>
      <a:lt1>
        <a:srgbClr val="FFFFFF"/>
      </a:lt1>
      <a:dk2>
        <a:srgbClr val="011163"/>
      </a:dk2>
      <a:lt2>
        <a:srgbClr val="FFFFFF"/>
      </a:lt2>
      <a:accent1>
        <a:srgbClr val="4864FC"/>
      </a:accent1>
      <a:accent2>
        <a:srgbClr val="6C5EDE"/>
      </a:accent2>
      <a:accent3>
        <a:srgbClr val="9059BF"/>
      </a:accent3>
      <a:accent4>
        <a:srgbClr val="B453A1"/>
      </a:accent4>
      <a:accent5>
        <a:srgbClr val="D84E82"/>
      </a:accent5>
      <a:accent6>
        <a:srgbClr val="FC4864"/>
      </a:accent6>
      <a:hlink>
        <a:srgbClr val="0563C1"/>
      </a:hlink>
      <a:folHlink>
        <a:srgbClr val="954D72"/>
      </a:folHlink>
    </a:clrScheme>
    <a:fontScheme name="自定义 18">
      <a:majorFont>
        <a:latin typeface="MiSans Heavy"/>
        <a:ea typeface="MiSans Heavy"/>
        <a:cs typeface=""/>
      </a:majorFont>
      <a:minorFont>
        <a:latin typeface="MiSans Normal"/>
        <a:ea typeface="MiSans Norm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6799</TotalTime>
  <Words>1163</Words>
  <Application>Microsoft Office PowerPoint</Application>
  <PresentationFormat>宽屏</PresentationFormat>
  <Paragraphs>198</Paragraphs>
  <Slides>14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1" baseType="lpstr">
      <vt:lpstr>MiSans Heavy</vt:lpstr>
      <vt:lpstr>MiSans Normal</vt:lpstr>
      <vt:lpstr>Arial</vt:lpstr>
      <vt:lpstr>Calibri</vt:lpstr>
      <vt:lpstr>Cambria Math</vt:lpstr>
      <vt:lpstr>Wingdings</vt:lpstr>
      <vt:lpstr>Office 主题</vt:lpstr>
      <vt:lpstr>CPU软渲染 路径追踪渲染器</vt:lpstr>
      <vt:lpstr>PowerPoint 演示文稿</vt:lpstr>
      <vt:lpstr>PowerPoint 演示文稿</vt:lpstr>
      <vt:lpstr>多重重要性采样  Multiple Importance Sampling</vt:lpstr>
      <vt:lpstr>多重重要性采样  Multiple Importance Sampling</vt:lpstr>
      <vt:lpstr>权重函数  Weighting Function</vt:lpstr>
      <vt:lpstr>多重重要性采样补偿  MIS Compensation</vt:lpstr>
      <vt:lpstr>混合两种渲染方程</vt:lpstr>
      <vt:lpstr>积分域转换</vt:lpstr>
      <vt:lpstr>应用多重重要性采样</vt:lpstr>
      <vt:lpstr>应用多重重要性采样</vt:lpstr>
      <vt:lpstr>应用多重重要性采样</vt:lpstr>
      <vt:lpstr>路径追踪流程</vt:lpstr>
      <vt:lpstr>更好的俄罗斯轮盘赌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骞深 姚</cp:lastModifiedBy>
  <cp:revision>296</cp:revision>
  <dcterms:created xsi:type="dcterms:W3CDTF">2023-08-09T12:44:00Z</dcterms:created>
  <dcterms:modified xsi:type="dcterms:W3CDTF">2025-08-15T15:33:44Z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2052-12.1.0.17147</vt:lpwstr>
  </property>
</Properties>
</file>