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60" r:id="rId4"/>
    <p:sldId id="259" r:id="rId5"/>
    <p:sldId id="381" r:id="rId6"/>
    <p:sldId id="382" r:id="rId7"/>
    <p:sldId id="380" r:id="rId8"/>
    <p:sldId id="383" r:id="rId9"/>
    <p:sldId id="384" r:id="rId10"/>
    <p:sldId id="385" r:id="rId11"/>
    <p:sldId id="386" r:id="rId12"/>
    <p:sldId id="387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76409"/>
    <a:srgbClr val="392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1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6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8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0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1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3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1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1" name="任意多边形 10"/>
          <p:cNvSpPr/>
          <p:nvPr userDrawn="1">
            <p:custDataLst>
              <p:tags r:id="rId5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1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2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3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5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6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7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8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9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0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273300" y="1108075"/>
            <a:ext cx="8413750" cy="2502535"/>
          </a:xfrm>
        </p:spPr>
        <p:txBody>
          <a:bodyPr>
            <a:normAutofit/>
          </a:bodyPr>
          <a:lstStyle/>
          <a:p>
            <a:r>
              <a:rPr lang="en-US" altLang="zh-CN" dirty="0"/>
              <a:t>CPU</a:t>
            </a:r>
            <a:r>
              <a:rPr dirty="0"/>
              <a:t>软渲染</a:t>
            </a:r>
            <a:br>
              <a:rPr dirty="0"/>
            </a:br>
            <a:r>
              <a:rPr dirty="0"/>
              <a:t>路径追踪渲染器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273299" y="4275976"/>
            <a:ext cx="7589519" cy="656600"/>
          </a:xfrm>
        </p:spPr>
        <p:txBody>
          <a:bodyPr>
            <a:normAutofit/>
          </a:bodyPr>
          <a:lstStyle/>
          <a:p>
            <a:r>
              <a:rPr lang="zh-CN" altLang="en-US" dirty="0"/>
              <a:t>环境光照</a:t>
            </a:r>
            <a:r>
              <a:rPr lang="en-US" altLang="zh-CN" dirty="0"/>
              <a:t> </a:t>
            </a:r>
            <a:r>
              <a:rPr lang="zh-CN" altLang="en-US" dirty="0"/>
              <a:t>               </a:t>
            </a:r>
            <a:r>
              <a:rPr lang="en-US" altLang="zh-CN" dirty="0"/>
              <a:t>B</a:t>
            </a:r>
            <a:r>
              <a:rPr lang="zh-CN" altLang="en-US" dirty="0"/>
              <a:t>站：</a:t>
            </a:r>
            <a:r>
              <a:rPr lang="en-US" altLang="zh-CN" dirty="0"/>
              <a:t>HeaoYe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56FA72-2435-BC57-3E09-85D3F87866D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环境光贴图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509080-F694-7E1E-CB9B-D1E989BFC10A}"/>
              </a:ext>
            </a:extLst>
          </p:cNvPr>
          <p:cNvSpPr txBox="1"/>
          <p:nvPr/>
        </p:nvSpPr>
        <p:spPr>
          <a:xfrm>
            <a:off x="7481759" y="1300569"/>
            <a:ext cx="41828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常规的</a:t>
            </a:r>
            <a:r>
              <a:rPr lang="en-US" altLang="zh-CN" dirty="0"/>
              <a:t>8bit RGB</a:t>
            </a:r>
            <a:r>
              <a:rPr lang="zh-CN" altLang="en-US" dirty="0"/>
              <a:t>颜色值只能存储有限的颜色信息，例如图中的太阳与白云，它们的</a:t>
            </a:r>
            <a:r>
              <a:rPr lang="en-US" altLang="zh-CN" dirty="0"/>
              <a:t>RGB</a:t>
            </a:r>
            <a:r>
              <a:rPr lang="zh-CN" altLang="en-US" dirty="0"/>
              <a:t>颜色值均为</a:t>
            </a:r>
            <a:r>
              <a:rPr lang="en-US" altLang="zh-CN" dirty="0"/>
              <a:t>(255, 255, 255)</a:t>
            </a:r>
            <a:r>
              <a:rPr lang="zh-CN" altLang="en-US" dirty="0"/>
              <a:t>，但是在现实世界中他们有不同的亮度。因此，环境光贴图需要存储在高动态范围图片中，每个像素用三个</a:t>
            </a:r>
            <a:r>
              <a:rPr lang="en-US" altLang="zh-CN" dirty="0"/>
              <a:t>float</a:t>
            </a:r>
            <a:r>
              <a:rPr lang="zh-CN" altLang="en-US" dirty="0"/>
              <a:t>来表示。</a:t>
            </a:r>
          </a:p>
        </p:txBody>
      </p:sp>
      <p:pic>
        <p:nvPicPr>
          <p:cNvPr id="1028" name="Picture 4" descr="Free HDR Map 802">
            <a:extLst>
              <a:ext uri="{FF2B5EF4-FFF2-40B4-BE49-F238E27FC236}">
                <a16:creationId xmlns:a16="http://schemas.microsoft.com/office/drawing/2014/main" id="{7F8C756D-46F8-4431-1B05-397A8D50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" y="1913106"/>
            <a:ext cx="6382156" cy="319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2F46EAB-1F64-3386-22C3-2C9307EDE15E}"/>
              </a:ext>
            </a:extLst>
          </p:cNvPr>
          <p:cNvSpPr txBox="1"/>
          <p:nvPr/>
        </p:nvSpPr>
        <p:spPr>
          <a:xfrm>
            <a:off x="7481759" y="4072467"/>
            <a:ext cx="418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环境光属于无限光，在之前我们将无限光建模为比场景大的球体，所以我们需要将贴图上的点与球体内表面的点对应起来。</a:t>
            </a:r>
          </a:p>
        </p:txBody>
      </p:sp>
    </p:spTree>
    <p:extLst>
      <p:ext uri="{BB962C8B-B14F-4D97-AF65-F5344CB8AC3E}">
        <p14:creationId xmlns:p14="http://schemas.microsoft.com/office/powerpoint/2010/main" val="415639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232D0-03B6-493F-A586-65FDF72D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32AB875-55EC-7270-C0B5-D5C6E4DA1A80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高动态范围图片 </a:t>
            </a:r>
            <a:r>
              <a:rPr lang="en-US" altLang="zh-CN" dirty="0"/>
              <a:t>HDRI</a:t>
            </a:r>
            <a:endParaRPr lang="zh-CN" altLang="en-US" dirty="0"/>
          </a:p>
        </p:txBody>
      </p:sp>
      <p:pic>
        <p:nvPicPr>
          <p:cNvPr id="3074" name="Picture 2" descr="logo">
            <a:extLst>
              <a:ext uri="{FF2B5EF4-FFF2-40B4-BE49-F238E27FC236}">
                <a16:creationId xmlns:a16="http://schemas.microsoft.com/office/drawing/2014/main" id="{CA0DA81B-58B8-3D34-9AFC-1BB24FA33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955" y="607589"/>
            <a:ext cx="4845085" cy="128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92F2C85-A1B8-A431-41D6-82BFEE16A09E}"/>
              </a:ext>
            </a:extLst>
          </p:cNvPr>
          <p:cNvSpPr txBox="1"/>
          <p:nvPr/>
        </p:nvSpPr>
        <p:spPr>
          <a:xfrm>
            <a:off x="6255364" y="2440252"/>
            <a:ext cx="4529368" cy="295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因为每个像素使用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float(96bit)</a:t>
            </a:r>
            <a:r>
              <a:rPr lang="zh-CN" altLang="en-US" dirty="0"/>
              <a:t>进行存储，而不是</a:t>
            </a:r>
            <a:r>
              <a:rPr lang="en-US" altLang="zh-CN" dirty="0"/>
              <a:t>3</a:t>
            </a:r>
            <a:r>
              <a:rPr lang="zh-CN" altLang="en-US" dirty="0"/>
              <a:t>个字节，所以不再需要</a:t>
            </a:r>
            <a:r>
              <a:rPr lang="en-US" altLang="zh-CN" dirty="0"/>
              <a:t>gamma</a:t>
            </a:r>
            <a:r>
              <a:rPr lang="zh-CN" altLang="en-US" dirty="0"/>
              <a:t>矫正来保留更多暗部细节，所以环境光贴图中的像素值都是线性的，在读取和写入时不用再进行</a:t>
            </a:r>
            <a:r>
              <a:rPr lang="en-US" altLang="zh-CN" dirty="0"/>
              <a:t>gamma</a:t>
            </a:r>
            <a:r>
              <a:rPr lang="zh-CN" altLang="en-US" dirty="0"/>
              <a:t>矫正。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dirty="0"/>
              <a:t>我们将使用</a:t>
            </a:r>
            <a:r>
              <a:rPr lang="en-US" altLang="zh-CN" dirty="0" err="1"/>
              <a:t>exr</a:t>
            </a:r>
            <a:r>
              <a:rPr lang="zh-CN" altLang="en-US" dirty="0"/>
              <a:t>格式来存储</a:t>
            </a:r>
            <a:r>
              <a:rPr lang="en-US" altLang="zh-CN" dirty="0"/>
              <a:t>HDRI</a:t>
            </a:r>
            <a:r>
              <a:rPr lang="zh-CN" altLang="en-US" dirty="0"/>
              <a:t>，并通过</a:t>
            </a:r>
            <a:r>
              <a:rPr lang="en-US" altLang="zh-CN" dirty="0" err="1"/>
              <a:t>OpenEXR</a:t>
            </a:r>
            <a:r>
              <a:rPr lang="zh-CN" altLang="en-US" dirty="0"/>
              <a:t>读写</a:t>
            </a:r>
            <a:r>
              <a:rPr lang="en-US" altLang="zh-CN" dirty="0"/>
              <a:t>.</a:t>
            </a:r>
            <a:r>
              <a:rPr lang="en-US" altLang="zh-CN" dirty="0" err="1"/>
              <a:t>exr</a:t>
            </a:r>
            <a:r>
              <a:rPr lang="zh-CN" altLang="en-US" dirty="0"/>
              <a:t>文件。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BC7CC4C-9E9F-BFCE-02F3-25E8BBE38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574" y="1422683"/>
            <a:ext cx="3401168" cy="507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4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D882-CA38-065C-2A6B-4196B316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098B0A-6FE9-7F30-EC8B-A1294A0B3B7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球面参数化</a:t>
            </a:r>
          </a:p>
        </p:txBody>
      </p:sp>
      <p:pic>
        <p:nvPicPr>
          <p:cNvPr id="1028" name="Picture 4" descr="Free HDR Map 802">
            <a:extLst>
              <a:ext uri="{FF2B5EF4-FFF2-40B4-BE49-F238E27FC236}">
                <a16:creationId xmlns:a16="http://schemas.microsoft.com/office/drawing/2014/main" id="{9AAB8C71-866C-846F-D93A-0F46F8A92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89" y="1564645"/>
            <a:ext cx="6382156" cy="319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7FEBD314-956B-89F7-C3BA-9796578B5728}"/>
              </a:ext>
            </a:extLst>
          </p:cNvPr>
          <p:cNvGrpSpPr/>
          <p:nvPr/>
        </p:nvGrpSpPr>
        <p:grpSpPr>
          <a:xfrm>
            <a:off x="8112107" y="1751396"/>
            <a:ext cx="3956088" cy="3686174"/>
            <a:chOff x="6762648" y="621253"/>
            <a:chExt cx="3956088" cy="3686174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D0CD3B3C-38A3-752F-AA04-4893C7C30FB7}"/>
                </a:ext>
              </a:extLst>
            </p:cNvPr>
            <p:cNvCxnSpPr>
              <a:cxnSpLocks/>
              <a:endCxn id="16" idx="6"/>
            </p:cNvCxnSpPr>
            <p:nvPr/>
          </p:nvCxnSpPr>
          <p:spPr>
            <a:xfrm>
              <a:off x="8605736" y="2464340"/>
              <a:ext cx="1843086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01810BA5-9AC8-494A-3033-B1296424A4F2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 flipV="1">
              <a:off x="8605735" y="621253"/>
              <a:ext cx="1" cy="1843087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5147BF3-3EEB-FA12-13A8-484A463FCD03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V="1">
              <a:off x="8605735" y="1161081"/>
              <a:ext cx="1303259" cy="1303259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D689D30-09F0-BF2C-7A37-CBE084010916}"/>
                </a:ext>
              </a:extLst>
            </p:cNvPr>
            <p:cNvSpPr/>
            <p:nvPr/>
          </p:nvSpPr>
          <p:spPr>
            <a:xfrm>
              <a:off x="6762648" y="621253"/>
              <a:ext cx="3686174" cy="368617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FAEE7B4-6743-AD59-7BF7-E0C97E0CA365}"/>
                </a:ext>
              </a:extLst>
            </p:cNvPr>
            <p:cNvSpPr/>
            <p:nvPr/>
          </p:nvSpPr>
          <p:spPr>
            <a:xfrm>
              <a:off x="6762648" y="1981201"/>
              <a:ext cx="3686174" cy="9662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D5FD845-882D-DBE2-D62E-15455BFE0847}"/>
                </a:ext>
              </a:extLst>
            </p:cNvPr>
            <p:cNvSpPr txBox="1"/>
            <p:nvPr/>
          </p:nvSpPr>
          <p:spPr>
            <a:xfrm>
              <a:off x="10417050" y="23939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x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97910E1-A7A1-96A1-F87E-68D069B1857F}"/>
                </a:ext>
              </a:extLst>
            </p:cNvPr>
            <p:cNvSpPr txBox="1"/>
            <p:nvPr/>
          </p:nvSpPr>
          <p:spPr>
            <a:xfrm>
              <a:off x="9908994" y="860139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z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68B1189-1997-F0DB-BD23-E4976749EFAA}"/>
                </a:ext>
              </a:extLst>
            </p:cNvPr>
            <p:cNvSpPr txBox="1"/>
            <p:nvPr/>
          </p:nvSpPr>
          <p:spPr>
            <a:xfrm>
              <a:off x="8216750" y="67547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y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347877E-C8F5-AF47-8057-4946D8129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5734" y="1065064"/>
              <a:ext cx="737233" cy="1399275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779DE6E7-97DA-E365-B101-3A62206BEA0D}"/>
                </a:ext>
              </a:extLst>
            </p:cNvPr>
            <p:cNvSpPr/>
            <p:nvPr/>
          </p:nvSpPr>
          <p:spPr>
            <a:xfrm>
              <a:off x="8612188" y="1699463"/>
              <a:ext cx="336550" cy="89650"/>
            </a:xfrm>
            <a:custGeom>
              <a:avLst/>
              <a:gdLst>
                <a:gd name="connsiteX0" fmla="*/ 0 w 336550"/>
                <a:gd name="connsiteY0" fmla="*/ 15037 h 89650"/>
                <a:gd name="connsiteX1" fmla="*/ 185737 w 336550"/>
                <a:gd name="connsiteY1" fmla="*/ 5512 h 89650"/>
                <a:gd name="connsiteX2" fmla="*/ 336550 w 336550"/>
                <a:gd name="connsiteY2" fmla="*/ 89650 h 8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6550" h="89650">
                  <a:moveTo>
                    <a:pt x="0" y="15037"/>
                  </a:moveTo>
                  <a:cubicBezTo>
                    <a:pt x="64823" y="4057"/>
                    <a:pt x="129646" y="-6923"/>
                    <a:pt x="185737" y="5512"/>
                  </a:cubicBezTo>
                  <a:cubicBezTo>
                    <a:pt x="241828" y="17947"/>
                    <a:pt x="318823" y="62927"/>
                    <a:pt x="336550" y="8965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602ECC9-A27B-5BF8-2FD7-1C130EB16184}"/>
                </a:ext>
              </a:extLst>
            </p:cNvPr>
            <p:cNvCxnSpPr>
              <a:cxnSpLocks/>
            </p:cNvCxnSpPr>
            <p:nvPr/>
          </p:nvCxnSpPr>
          <p:spPr>
            <a:xfrm>
              <a:off x="9342967" y="1161081"/>
              <a:ext cx="0" cy="1103752"/>
            </a:xfrm>
            <a:prstGeom prst="line">
              <a:avLst/>
            </a:prstGeom>
            <a:ln w="19050">
              <a:solidFill>
                <a:srgbClr val="F7640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2FB25406-CF1C-06E1-2286-38E7152C5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5733" y="2257023"/>
              <a:ext cx="737233" cy="207315"/>
            </a:xfrm>
            <a:prstGeom prst="straightConnector1">
              <a:avLst/>
            </a:prstGeom>
            <a:ln w="28575">
              <a:solidFill>
                <a:srgbClr val="F7640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E5CD9DF3-3524-764F-13F6-EB47CA96E798}"/>
                </a:ext>
              </a:extLst>
            </p:cNvPr>
            <p:cNvSpPr/>
            <p:nvPr/>
          </p:nvSpPr>
          <p:spPr>
            <a:xfrm>
              <a:off x="9132888" y="2328863"/>
              <a:ext cx="37932" cy="136525"/>
            </a:xfrm>
            <a:custGeom>
              <a:avLst/>
              <a:gdLst>
                <a:gd name="connsiteX0" fmla="*/ 0 w 37932"/>
                <a:gd name="connsiteY0" fmla="*/ 0 h 136525"/>
                <a:gd name="connsiteX1" fmla="*/ 36512 w 37932"/>
                <a:gd name="connsiteY1" fmla="*/ 60325 h 136525"/>
                <a:gd name="connsiteX2" fmla="*/ 26987 w 37932"/>
                <a:gd name="connsiteY2" fmla="*/ 136525 h 13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32" h="136525">
                  <a:moveTo>
                    <a:pt x="0" y="0"/>
                  </a:moveTo>
                  <a:cubicBezTo>
                    <a:pt x="16007" y="18785"/>
                    <a:pt x="32014" y="37571"/>
                    <a:pt x="36512" y="60325"/>
                  </a:cubicBezTo>
                  <a:cubicBezTo>
                    <a:pt x="41010" y="83079"/>
                    <a:pt x="33998" y="109802"/>
                    <a:pt x="26987" y="13652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348BB8B-636C-6574-6FC2-C5C5D09242C1}"/>
                    </a:ext>
                  </a:extLst>
                </p:cNvPr>
                <p:cNvSpPr txBox="1"/>
                <p:nvPr/>
              </p:nvSpPr>
              <p:spPr>
                <a:xfrm>
                  <a:off x="8754958" y="1381923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348BB8B-636C-6574-6FC2-C5C5D09242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4958" y="1381923"/>
                  <a:ext cx="20550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4242" r="-21212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1AAFF33-A9D2-6338-5EE7-463E9B9CA3F8}"/>
                    </a:ext>
                  </a:extLst>
                </p:cNvPr>
                <p:cNvSpPr txBox="1"/>
                <p:nvPr/>
              </p:nvSpPr>
              <p:spPr>
                <a:xfrm>
                  <a:off x="9396471" y="2186294"/>
                  <a:ext cx="2309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1AAFF33-A9D2-6338-5EE7-463E9B9CA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471" y="2186294"/>
                  <a:ext cx="23096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1579" r="-28947" b="-3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8A3F5A4-F8BD-B0BD-D58E-1D38711C08F1}"/>
                    </a:ext>
                  </a:extLst>
                </p:cNvPr>
                <p:cNvSpPr txBox="1"/>
                <p:nvPr/>
              </p:nvSpPr>
              <p:spPr>
                <a:xfrm>
                  <a:off x="8412498" y="3088541"/>
                  <a:ext cx="114928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en-US" altLang="zh-CN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8A3F5A4-F8BD-B0BD-D58E-1D38711C0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2498" y="3088541"/>
                  <a:ext cx="1149289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5820" b="-175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0F1D2405-8514-0544-C8A7-FB527045DDE4}"/>
              </a:ext>
            </a:extLst>
          </p:cNvPr>
          <p:cNvCxnSpPr>
            <a:cxnSpLocks/>
          </p:cNvCxnSpPr>
          <p:nvPr/>
        </p:nvCxnSpPr>
        <p:spPr>
          <a:xfrm>
            <a:off x="644289" y="1564645"/>
            <a:ext cx="0" cy="40596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053A692-DABF-2276-90A9-6323311AEBE4}"/>
              </a:ext>
            </a:extLst>
          </p:cNvPr>
          <p:cNvCxnSpPr>
            <a:cxnSpLocks/>
          </p:cNvCxnSpPr>
          <p:nvPr/>
        </p:nvCxnSpPr>
        <p:spPr>
          <a:xfrm flipV="1">
            <a:off x="644288" y="1564645"/>
            <a:ext cx="719736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C49DC22-0E99-B512-5A8E-73543A313A6D}"/>
                  </a:ext>
                </a:extLst>
              </p:cNvPr>
              <p:cNvSpPr txBox="1"/>
              <p:nvPr/>
            </p:nvSpPr>
            <p:spPr>
              <a:xfrm>
                <a:off x="695960" y="5158524"/>
                <a:ext cx="363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C49DC22-0E99-B512-5A8E-73543A313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5158524"/>
                <a:ext cx="3631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BB2272E-7734-2E5C-0362-9F40320C0ABA}"/>
                  </a:ext>
                </a:extLst>
              </p:cNvPr>
              <p:cNvSpPr txBox="1"/>
              <p:nvPr/>
            </p:nvSpPr>
            <p:spPr>
              <a:xfrm>
                <a:off x="7478485" y="1564645"/>
                <a:ext cx="363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BB2272E-7734-2E5C-0362-9F40320C0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485" y="1564645"/>
                <a:ext cx="363164" cy="369332"/>
              </a:xfrm>
              <a:prstGeom prst="rect">
                <a:avLst/>
              </a:prstGeom>
              <a:blipFill>
                <a:blip r:embed="rId7"/>
                <a:stretch>
                  <a:fillRect l="-1695" r="-1695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B50DB05-BDF9-0E1F-C454-F557310094EB}"/>
                  </a:ext>
                </a:extLst>
              </p:cNvPr>
              <p:cNvSpPr txBox="1"/>
              <p:nvPr/>
            </p:nvSpPr>
            <p:spPr>
              <a:xfrm>
                <a:off x="4793521" y="5527856"/>
                <a:ext cx="276060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B50DB05-BDF9-0E1F-C454-F55731009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521" y="5527856"/>
                <a:ext cx="2760600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870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图片 926">
            <a:extLst>
              <a:ext uri="{FF2B5EF4-FFF2-40B4-BE49-F238E27FC236}">
                <a16:creationId xmlns:a16="http://schemas.microsoft.com/office/drawing/2014/main" id="{B27FE6AF-C985-B50E-4070-4A31CF60D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142" y="191659"/>
            <a:ext cx="4600071" cy="118552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AAB897DB-53FE-A56F-5186-27364EF5B007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离散与连续</a:t>
            </a:r>
          </a:p>
        </p:txBody>
      </p:sp>
      <p:grpSp>
        <p:nvGrpSpPr>
          <p:cNvPr id="920" name="组合 919">
            <a:extLst>
              <a:ext uri="{FF2B5EF4-FFF2-40B4-BE49-F238E27FC236}">
                <a16:creationId xmlns:a16="http://schemas.microsoft.com/office/drawing/2014/main" id="{3F42EBEB-660E-D477-E8D6-9807722FA655}"/>
              </a:ext>
            </a:extLst>
          </p:cNvPr>
          <p:cNvGrpSpPr/>
          <p:nvPr/>
        </p:nvGrpSpPr>
        <p:grpSpPr>
          <a:xfrm>
            <a:off x="1313605" y="1543743"/>
            <a:ext cx="8808078" cy="5071908"/>
            <a:chOff x="998438" y="1187076"/>
            <a:chExt cx="8808078" cy="5071908"/>
          </a:xfrm>
        </p:grpSpPr>
        <p:sp>
          <p:nvSpPr>
            <p:cNvPr id="441" name="矩形 440">
              <a:extLst>
                <a:ext uri="{FF2B5EF4-FFF2-40B4-BE49-F238E27FC236}">
                  <a16:creationId xmlns:a16="http://schemas.microsoft.com/office/drawing/2014/main" id="{BAC88BC0-5031-E17C-5498-21B4C89D4AD0}"/>
                </a:ext>
              </a:extLst>
            </p:cNvPr>
            <p:cNvSpPr/>
            <p:nvPr/>
          </p:nvSpPr>
          <p:spPr>
            <a:xfrm>
              <a:off x="2613422" y="1693334"/>
              <a:ext cx="6574603" cy="37998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571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D571E889-FBFD-504F-D0FE-4F6D393A0551}"/>
                </a:ext>
              </a:extLst>
            </p:cNvPr>
            <p:cNvGrpSpPr/>
            <p:nvPr/>
          </p:nvGrpSpPr>
          <p:grpSpPr>
            <a:xfrm>
              <a:off x="2704676" y="1791914"/>
              <a:ext cx="400050" cy="400050"/>
              <a:chOff x="2933700" y="247650"/>
              <a:chExt cx="400050" cy="400050"/>
            </a:xfrm>
          </p:grpSpPr>
          <p:sp>
            <p:nvSpPr>
              <p:cNvPr id="443" name="矩形 442">
                <a:extLst>
                  <a:ext uri="{FF2B5EF4-FFF2-40B4-BE49-F238E27FC236}">
                    <a16:creationId xmlns:a16="http://schemas.microsoft.com/office/drawing/2014/main" id="{AD005A43-1913-A268-BADA-6394FC6EC90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椭圆 443">
                <a:extLst>
                  <a:ext uri="{FF2B5EF4-FFF2-40B4-BE49-F238E27FC236}">
                    <a16:creationId xmlns:a16="http://schemas.microsoft.com/office/drawing/2014/main" id="{7F1E83BF-85DF-62A0-7174-82E192DC04B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5" name="组合 444">
              <a:extLst>
                <a:ext uri="{FF2B5EF4-FFF2-40B4-BE49-F238E27FC236}">
                  <a16:creationId xmlns:a16="http://schemas.microsoft.com/office/drawing/2014/main" id="{C18CE36D-E08B-7FEC-BA30-E66F0880E1A5}"/>
                </a:ext>
              </a:extLst>
            </p:cNvPr>
            <p:cNvGrpSpPr/>
            <p:nvPr/>
          </p:nvGrpSpPr>
          <p:grpSpPr>
            <a:xfrm>
              <a:off x="3104726" y="1791914"/>
              <a:ext cx="400050" cy="400050"/>
              <a:chOff x="2933700" y="247650"/>
              <a:chExt cx="400050" cy="400050"/>
            </a:xfrm>
          </p:grpSpPr>
          <p:sp>
            <p:nvSpPr>
              <p:cNvPr id="446" name="矩形 445">
                <a:extLst>
                  <a:ext uri="{FF2B5EF4-FFF2-40B4-BE49-F238E27FC236}">
                    <a16:creationId xmlns:a16="http://schemas.microsoft.com/office/drawing/2014/main" id="{63E0CBB8-ED84-7816-BC4C-756285F11F7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7" name="椭圆 446">
                <a:extLst>
                  <a:ext uri="{FF2B5EF4-FFF2-40B4-BE49-F238E27FC236}">
                    <a16:creationId xmlns:a16="http://schemas.microsoft.com/office/drawing/2014/main" id="{60FD713C-8F2D-FD7F-4D0D-5042276475C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8" name="组合 447">
              <a:extLst>
                <a:ext uri="{FF2B5EF4-FFF2-40B4-BE49-F238E27FC236}">
                  <a16:creationId xmlns:a16="http://schemas.microsoft.com/office/drawing/2014/main" id="{D6AEF7D0-7EBF-151F-3ABA-709591D8E8AE}"/>
                </a:ext>
              </a:extLst>
            </p:cNvPr>
            <p:cNvGrpSpPr/>
            <p:nvPr/>
          </p:nvGrpSpPr>
          <p:grpSpPr>
            <a:xfrm>
              <a:off x="3504776" y="1791913"/>
              <a:ext cx="400050" cy="400050"/>
              <a:chOff x="2933700" y="247650"/>
              <a:chExt cx="400050" cy="400050"/>
            </a:xfrm>
          </p:grpSpPr>
          <p:sp>
            <p:nvSpPr>
              <p:cNvPr id="449" name="矩形 448">
                <a:extLst>
                  <a:ext uri="{FF2B5EF4-FFF2-40B4-BE49-F238E27FC236}">
                    <a16:creationId xmlns:a16="http://schemas.microsoft.com/office/drawing/2014/main" id="{36C543FA-8E77-C441-DA3D-0B54A075FAB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0" name="椭圆 449">
                <a:extLst>
                  <a:ext uri="{FF2B5EF4-FFF2-40B4-BE49-F238E27FC236}">
                    <a16:creationId xmlns:a16="http://schemas.microsoft.com/office/drawing/2014/main" id="{B3E6C2DF-45C2-00D0-61BC-DF5A58FECE4E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08651C16-7AEB-1DC6-5C7C-A41F950E042E}"/>
                </a:ext>
              </a:extLst>
            </p:cNvPr>
            <p:cNvGrpSpPr/>
            <p:nvPr/>
          </p:nvGrpSpPr>
          <p:grpSpPr>
            <a:xfrm>
              <a:off x="3904826" y="1791913"/>
              <a:ext cx="400050" cy="400050"/>
              <a:chOff x="2933700" y="247650"/>
              <a:chExt cx="400050" cy="400050"/>
            </a:xfrm>
          </p:grpSpPr>
          <p:sp>
            <p:nvSpPr>
              <p:cNvPr id="452" name="矩形 451">
                <a:extLst>
                  <a:ext uri="{FF2B5EF4-FFF2-40B4-BE49-F238E27FC236}">
                    <a16:creationId xmlns:a16="http://schemas.microsoft.com/office/drawing/2014/main" id="{2CF58C39-208E-C2C8-4138-49EB58B13ED2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3" name="椭圆 452">
                <a:extLst>
                  <a:ext uri="{FF2B5EF4-FFF2-40B4-BE49-F238E27FC236}">
                    <a16:creationId xmlns:a16="http://schemas.microsoft.com/office/drawing/2014/main" id="{CF627A5B-55D6-9583-2503-8ABDC0FEBA4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4" name="组合 453">
              <a:extLst>
                <a:ext uri="{FF2B5EF4-FFF2-40B4-BE49-F238E27FC236}">
                  <a16:creationId xmlns:a16="http://schemas.microsoft.com/office/drawing/2014/main" id="{3ED7819C-DA8D-7FE8-772C-E874E9EC3D6D}"/>
                </a:ext>
              </a:extLst>
            </p:cNvPr>
            <p:cNvGrpSpPr/>
            <p:nvPr/>
          </p:nvGrpSpPr>
          <p:grpSpPr>
            <a:xfrm>
              <a:off x="4304876" y="1791913"/>
              <a:ext cx="400050" cy="400050"/>
              <a:chOff x="2933700" y="247650"/>
              <a:chExt cx="400050" cy="400050"/>
            </a:xfrm>
          </p:grpSpPr>
          <p:sp>
            <p:nvSpPr>
              <p:cNvPr id="455" name="矩形 454">
                <a:extLst>
                  <a:ext uri="{FF2B5EF4-FFF2-40B4-BE49-F238E27FC236}">
                    <a16:creationId xmlns:a16="http://schemas.microsoft.com/office/drawing/2014/main" id="{1D8AF494-54C0-7DE7-AB5F-5C21C2CACCD9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6" name="椭圆 455">
                <a:extLst>
                  <a:ext uri="{FF2B5EF4-FFF2-40B4-BE49-F238E27FC236}">
                    <a16:creationId xmlns:a16="http://schemas.microsoft.com/office/drawing/2014/main" id="{58A1DD0A-8481-25B6-A986-0E7FA84388F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D6FD288E-6D50-B74C-0AED-99AB45D985DE}"/>
                </a:ext>
              </a:extLst>
            </p:cNvPr>
            <p:cNvGrpSpPr/>
            <p:nvPr/>
          </p:nvGrpSpPr>
          <p:grpSpPr>
            <a:xfrm>
              <a:off x="4704926" y="1791913"/>
              <a:ext cx="400050" cy="400050"/>
              <a:chOff x="2933700" y="247650"/>
              <a:chExt cx="400050" cy="400050"/>
            </a:xfrm>
          </p:grpSpPr>
          <p:sp>
            <p:nvSpPr>
              <p:cNvPr id="458" name="矩形 457">
                <a:extLst>
                  <a:ext uri="{FF2B5EF4-FFF2-40B4-BE49-F238E27FC236}">
                    <a16:creationId xmlns:a16="http://schemas.microsoft.com/office/drawing/2014/main" id="{E659F77C-7D38-7442-138C-E6E64D0B748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9" name="椭圆 458">
                <a:extLst>
                  <a:ext uri="{FF2B5EF4-FFF2-40B4-BE49-F238E27FC236}">
                    <a16:creationId xmlns:a16="http://schemas.microsoft.com/office/drawing/2014/main" id="{B7171844-F2E6-A46A-DF01-0C3AB8AB164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0" name="组合 459">
              <a:extLst>
                <a:ext uri="{FF2B5EF4-FFF2-40B4-BE49-F238E27FC236}">
                  <a16:creationId xmlns:a16="http://schemas.microsoft.com/office/drawing/2014/main" id="{D7BFDA08-65A7-41A7-14FC-389CEC669AFF}"/>
                </a:ext>
              </a:extLst>
            </p:cNvPr>
            <p:cNvGrpSpPr/>
            <p:nvPr/>
          </p:nvGrpSpPr>
          <p:grpSpPr>
            <a:xfrm>
              <a:off x="5104976" y="1791912"/>
              <a:ext cx="400050" cy="400050"/>
              <a:chOff x="2933700" y="247650"/>
              <a:chExt cx="400050" cy="400050"/>
            </a:xfrm>
          </p:grpSpPr>
          <p:sp>
            <p:nvSpPr>
              <p:cNvPr id="461" name="矩形 460">
                <a:extLst>
                  <a:ext uri="{FF2B5EF4-FFF2-40B4-BE49-F238E27FC236}">
                    <a16:creationId xmlns:a16="http://schemas.microsoft.com/office/drawing/2014/main" id="{8A60C708-3AEF-EE03-CA86-A47C5F1F037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2" name="椭圆 461">
                <a:extLst>
                  <a:ext uri="{FF2B5EF4-FFF2-40B4-BE49-F238E27FC236}">
                    <a16:creationId xmlns:a16="http://schemas.microsoft.com/office/drawing/2014/main" id="{ABC9924E-D390-A330-F7FC-127E7B934C41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3CFD34BA-A447-33AC-90E6-BC26E34C834F}"/>
                </a:ext>
              </a:extLst>
            </p:cNvPr>
            <p:cNvGrpSpPr/>
            <p:nvPr/>
          </p:nvGrpSpPr>
          <p:grpSpPr>
            <a:xfrm>
              <a:off x="5505026" y="1791912"/>
              <a:ext cx="400050" cy="400050"/>
              <a:chOff x="2933700" y="247650"/>
              <a:chExt cx="400050" cy="400050"/>
            </a:xfrm>
          </p:grpSpPr>
          <p:sp>
            <p:nvSpPr>
              <p:cNvPr id="464" name="矩形 463">
                <a:extLst>
                  <a:ext uri="{FF2B5EF4-FFF2-40B4-BE49-F238E27FC236}">
                    <a16:creationId xmlns:a16="http://schemas.microsoft.com/office/drawing/2014/main" id="{790E70E3-5F04-B9BC-5829-5CDD94EEED2D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5" name="椭圆 464">
                <a:extLst>
                  <a:ext uri="{FF2B5EF4-FFF2-40B4-BE49-F238E27FC236}">
                    <a16:creationId xmlns:a16="http://schemas.microsoft.com/office/drawing/2014/main" id="{58B90172-41C4-3F20-60B5-72EBE2065E2E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6" name="组合 465">
              <a:extLst>
                <a:ext uri="{FF2B5EF4-FFF2-40B4-BE49-F238E27FC236}">
                  <a16:creationId xmlns:a16="http://schemas.microsoft.com/office/drawing/2014/main" id="{2121FD2B-D5F1-5970-2B30-5804A7AB49F3}"/>
                </a:ext>
              </a:extLst>
            </p:cNvPr>
            <p:cNvGrpSpPr/>
            <p:nvPr/>
          </p:nvGrpSpPr>
          <p:grpSpPr>
            <a:xfrm>
              <a:off x="5905076" y="1791913"/>
              <a:ext cx="400050" cy="400050"/>
              <a:chOff x="2933700" y="247650"/>
              <a:chExt cx="400050" cy="400050"/>
            </a:xfrm>
          </p:grpSpPr>
          <p:sp>
            <p:nvSpPr>
              <p:cNvPr id="467" name="矩形 466">
                <a:extLst>
                  <a:ext uri="{FF2B5EF4-FFF2-40B4-BE49-F238E27FC236}">
                    <a16:creationId xmlns:a16="http://schemas.microsoft.com/office/drawing/2014/main" id="{2EDB39AB-143A-9C80-B70D-4BBB64AE8FA5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8" name="椭圆 467">
                <a:extLst>
                  <a:ext uri="{FF2B5EF4-FFF2-40B4-BE49-F238E27FC236}">
                    <a16:creationId xmlns:a16="http://schemas.microsoft.com/office/drawing/2014/main" id="{1AA5A6CB-2463-34BD-C093-48D13C51288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9" name="组合 468">
              <a:extLst>
                <a:ext uri="{FF2B5EF4-FFF2-40B4-BE49-F238E27FC236}">
                  <a16:creationId xmlns:a16="http://schemas.microsoft.com/office/drawing/2014/main" id="{A7C3A2C9-0D52-4E5F-0F00-45109530E25A}"/>
                </a:ext>
              </a:extLst>
            </p:cNvPr>
            <p:cNvGrpSpPr/>
            <p:nvPr/>
          </p:nvGrpSpPr>
          <p:grpSpPr>
            <a:xfrm>
              <a:off x="6305126" y="1791913"/>
              <a:ext cx="400050" cy="400050"/>
              <a:chOff x="2933700" y="247650"/>
              <a:chExt cx="400050" cy="400050"/>
            </a:xfrm>
          </p:grpSpPr>
          <p:sp>
            <p:nvSpPr>
              <p:cNvPr id="470" name="矩形 469">
                <a:extLst>
                  <a:ext uri="{FF2B5EF4-FFF2-40B4-BE49-F238E27FC236}">
                    <a16:creationId xmlns:a16="http://schemas.microsoft.com/office/drawing/2014/main" id="{0D76CAE1-1D05-7AAE-9532-821D54F652D3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1" name="椭圆 470">
                <a:extLst>
                  <a:ext uri="{FF2B5EF4-FFF2-40B4-BE49-F238E27FC236}">
                    <a16:creationId xmlns:a16="http://schemas.microsoft.com/office/drawing/2014/main" id="{CC0453A6-AD80-0E4B-6D19-DF58B5A8091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2" name="组合 471">
              <a:extLst>
                <a:ext uri="{FF2B5EF4-FFF2-40B4-BE49-F238E27FC236}">
                  <a16:creationId xmlns:a16="http://schemas.microsoft.com/office/drawing/2014/main" id="{3F14D731-DA34-1F30-8AC6-F03E7E326FC9}"/>
                </a:ext>
              </a:extLst>
            </p:cNvPr>
            <p:cNvGrpSpPr/>
            <p:nvPr/>
          </p:nvGrpSpPr>
          <p:grpSpPr>
            <a:xfrm>
              <a:off x="6705176" y="1791912"/>
              <a:ext cx="400050" cy="400050"/>
              <a:chOff x="2933700" y="247650"/>
              <a:chExt cx="400050" cy="400050"/>
            </a:xfrm>
          </p:grpSpPr>
          <p:sp>
            <p:nvSpPr>
              <p:cNvPr id="473" name="矩形 472">
                <a:extLst>
                  <a:ext uri="{FF2B5EF4-FFF2-40B4-BE49-F238E27FC236}">
                    <a16:creationId xmlns:a16="http://schemas.microsoft.com/office/drawing/2014/main" id="{D13EDB4E-B456-BE8B-CA68-A2C200231242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4" name="椭圆 473">
                <a:extLst>
                  <a:ext uri="{FF2B5EF4-FFF2-40B4-BE49-F238E27FC236}">
                    <a16:creationId xmlns:a16="http://schemas.microsoft.com/office/drawing/2014/main" id="{087CC88A-831A-4AD2-8171-97746F1A74B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5" name="组合 474">
              <a:extLst>
                <a:ext uri="{FF2B5EF4-FFF2-40B4-BE49-F238E27FC236}">
                  <a16:creationId xmlns:a16="http://schemas.microsoft.com/office/drawing/2014/main" id="{BA95C548-5B1F-3E92-FE6B-83AFD640CC35}"/>
                </a:ext>
              </a:extLst>
            </p:cNvPr>
            <p:cNvGrpSpPr/>
            <p:nvPr/>
          </p:nvGrpSpPr>
          <p:grpSpPr>
            <a:xfrm>
              <a:off x="7105226" y="1791912"/>
              <a:ext cx="400050" cy="400050"/>
              <a:chOff x="2933700" y="247650"/>
              <a:chExt cx="400050" cy="400050"/>
            </a:xfrm>
          </p:grpSpPr>
          <p:sp>
            <p:nvSpPr>
              <p:cNvPr id="476" name="矩形 475">
                <a:extLst>
                  <a:ext uri="{FF2B5EF4-FFF2-40B4-BE49-F238E27FC236}">
                    <a16:creationId xmlns:a16="http://schemas.microsoft.com/office/drawing/2014/main" id="{FFFEEBB4-30C8-6050-0CC0-7EB5B7763F7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7" name="椭圆 476">
                <a:extLst>
                  <a:ext uri="{FF2B5EF4-FFF2-40B4-BE49-F238E27FC236}">
                    <a16:creationId xmlns:a16="http://schemas.microsoft.com/office/drawing/2014/main" id="{12ED4471-40AC-077B-DFBA-5314E3B11E6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8" name="组合 477">
              <a:extLst>
                <a:ext uri="{FF2B5EF4-FFF2-40B4-BE49-F238E27FC236}">
                  <a16:creationId xmlns:a16="http://schemas.microsoft.com/office/drawing/2014/main" id="{D4C6821B-4A0A-588B-EB8B-F93C5FD83ABD}"/>
                </a:ext>
              </a:extLst>
            </p:cNvPr>
            <p:cNvGrpSpPr/>
            <p:nvPr/>
          </p:nvGrpSpPr>
          <p:grpSpPr>
            <a:xfrm>
              <a:off x="7505276" y="1791912"/>
              <a:ext cx="400050" cy="400050"/>
              <a:chOff x="2933700" y="247650"/>
              <a:chExt cx="400050" cy="400050"/>
            </a:xfrm>
          </p:grpSpPr>
          <p:sp>
            <p:nvSpPr>
              <p:cNvPr id="479" name="矩形 478">
                <a:extLst>
                  <a:ext uri="{FF2B5EF4-FFF2-40B4-BE49-F238E27FC236}">
                    <a16:creationId xmlns:a16="http://schemas.microsoft.com/office/drawing/2014/main" id="{CE1032C6-28AA-6269-5366-12BE2697F54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0" name="椭圆 479">
                <a:extLst>
                  <a:ext uri="{FF2B5EF4-FFF2-40B4-BE49-F238E27FC236}">
                    <a16:creationId xmlns:a16="http://schemas.microsoft.com/office/drawing/2014/main" id="{39E39401-8563-EBA0-04C3-8287718180C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1" name="组合 480">
              <a:extLst>
                <a:ext uri="{FF2B5EF4-FFF2-40B4-BE49-F238E27FC236}">
                  <a16:creationId xmlns:a16="http://schemas.microsoft.com/office/drawing/2014/main" id="{7AF29450-5659-CEBD-DFB0-C6DB191ECE54}"/>
                </a:ext>
              </a:extLst>
            </p:cNvPr>
            <p:cNvGrpSpPr/>
            <p:nvPr/>
          </p:nvGrpSpPr>
          <p:grpSpPr>
            <a:xfrm>
              <a:off x="7905326" y="1791912"/>
              <a:ext cx="400050" cy="400050"/>
              <a:chOff x="2933700" y="247650"/>
              <a:chExt cx="400050" cy="400050"/>
            </a:xfrm>
          </p:grpSpPr>
          <p:sp>
            <p:nvSpPr>
              <p:cNvPr id="482" name="矩形 481">
                <a:extLst>
                  <a:ext uri="{FF2B5EF4-FFF2-40B4-BE49-F238E27FC236}">
                    <a16:creationId xmlns:a16="http://schemas.microsoft.com/office/drawing/2014/main" id="{A6C892F7-954A-0B8D-D066-A310218AF0D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3" name="椭圆 482">
                <a:extLst>
                  <a:ext uri="{FF2B5EF4-FFF2-40B4-BE49-F238E27FC236}">
                    <a16:creationId xmlns:a16="http://schemas.microsoft.com/office/drawing/2014/main" id="{5D70CF74-5A1E-441E-2B49-5FF5F951C7BE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4" name="组合 483">
              <a:extLst>
                <a:ext uri="{FF2B5EF4-FFF2-40B4-BE49-F238E27FC236}">
                  <a16:creationId xmlns:a16="http://schemas.microsoft.com/office/drawing/2014/main" id="{0E7A734B-6878-A9CC-88E0-1E6DC35A7CE9}"/>
                </a:ext>
              </a:extLst>
            </p:cNvPr>
            <p:cNvGrpSpPr/>
            <p:nvPr/>
          </p:nvGrpSpPr>
          <p:grpSpPr>
            <a:xfrm>
              <a:off x="8305376" y="1791911"/>
              <a:ext cx="400050" cy="400050"/>
              <a:chOff x="2933700" y="247650"/>
              <a:chExt cx="400050" cy="400050"/>
            </a:xfrm>
          </p:grpSpPr>
          <p:sp>
            <p:nvSpPr>
              <p:cNvPr id="485" name="矩形 484">
                <a:extLst>
                  <a:ext uri="{FF2B5EF4-FFF2-40B4-BE49-F238E27FC236}">
                    <a16:creationId xmlns:a16="http://schemas.microsoft.com/office/drawing/2014/main" id="{2BA96E30-4DBA-DB8A-2CA8-BDBF95CD9E2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6" name="椭圆 485">
                <a:extLst>
                  <a:ext uri="{FF2B5EF4-FFF2-40B4-BE49-F238E27FC236}">
                    <a16:creationId xmlns:a16="http://schemas.microsoft.com/office/drawing/2014/main" id="{0D25E003-4C5B-10D6-D06F-80F7FFB47E5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7" name="组合 486">
              <a:extLst>
                <a:ext uri="{FF2B5EF4-FFF2-40B4-BE49-F238E27FC236}">
                  <a16:creationId xmlns:a16="http://schemas.microsoft.com/office/drawing/2014/main" id="{15EDA38D-B632-D206-584C-49A289F0DF87}"/>
                </a:ext>
              </a:extLst>
            </p:cNvPr>
            <p:cNvGrpSpPr/>
            <p:nvPr/>
          </p:nvGrpSpPr>
          <p:grpSpPr>
            <a:xfrm>
              <a:off x="8705426" y="1791911"/>
              <a:ext cx="400050" cy="400050"/>
              <a:chOff x="2933700" y="247650"/>
              <a:chExt cx="400050" cy="400050"/>
            </a:xfrm>
          </p:grpSpPr>
          <p:sp>
            <p:nvSpPr>
              <p:cNvPr id="488" name="矩形 487">
                <a:extLst>
                  <a:ext uri="{FF2B5EF4-FFF2-40B4-BE49-F238E27FC236}">
                    <a16:creationId xmlns:a16="http://schemas.microsoft.com/office/drawing/2014/main" id="{11D2393E-CCF6-9CD7-4D3E-D0B563831C2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9" name="椭圆 488">
                <a:extLst>
                  <a:ext uri="{FF2B5EF4-FFF2-40B4-BE49-F238E27FC236}">
                    <a16:creationId xmlns:a16="http://schemas.microsoft.com/office/drawing/2014/main" id="{9E066BC8-135E-C826-2C2B-14F253E4CAF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CAAE9C55-3E37-CCDB-485B-BE842AF78D69}"/>
                </a:ext>
              </a:extLst>
            </p:cNvPr>
            <p:cNvGrpSpPr/>
            <p:nvPr/>
          </p:nvGrpSpPr>
          <p:grpSpPr>
            <a:xfrm>
              <a:off x="2704676" y="2191962"/>
              <a:ext cx="400050" cy="400050"/>
              <a:chOff x="2933700" y="247650"/>
              <a:chExt cx="400050" cy="400050"/>
            </a:xfrm>
          </p:grpSpPr>
          <p:sp>
            <p:nvSpPr>
              <p:cNvPr id="491" name="矩形 490">
                <a:extLst>
                  <a:ext uri="{FF2B5EF4-FFF2-40B4-BE49-F238E27FC236}">
                    <a16:creationId xmlns:a16="http://schemas.microsoft.com/office/drawing/2014/main" id="{94B699B2-CBE2-3E00-6556-2E65F877EE13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椭圆 491">
                <a:extLst>
                  <a:ext uri="{FF2B5EF4-FFF2-40B4-BE49-F238E27FC236}">
                    <a16:creationId xmlns:a16="http://schemas.microsoft.com/office/drawing/2014/main" id="{B5E46B90-57F2-B1E0-4667-3E92F4B9969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3" name="组合 492">
              <a:extLst>
                <a:ext uri="{FF2B5EF4-FFF2-40B4-BE49-F238E27FC236}">
                  <a16:creationId xmlns:a16="http://schemas.microsoft.com/office/drawing/2014/main" id="{276D021F-FB4B-667D-5467-D01E5D9CDE9A}"/>
                </a:ext>
              </a:extLst>
            </p:cNvPr>
            <p:cNvGrpSpPr/>
            <p:nvPr/>
          </p:nvGrpSpPr>
          <p:grpSpPr>
            <a:xfrm>
              <a:off x="3104726" y="2191962"/>
              <a:ext cx="400050" cy="400050"/>
              <a:chOff x="2933700" y="247650"/>
              <a:chExt cx="400050" cy="400050"/>
            </a:xfrm>
          </p:grpSpPr>
          <p:sp>
            <p:nvSpPr>
              <p:cNvPr id="494" name="矩形 493">
                <a:extLst>
                  <a:ext uri="{FF2B5EF4-FFF2-40B4-BE49-F238E27FC236}">
                    <a16:creationId xmlns:a16="http://schemas.microsoft.com/office/drawing/2014/main" id="{38ED8BFD-4B7C-4770-7966-56D55E913A4E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5" name="椭圆 494">
                <a:extLst>
                  <a:ext uri="{FF2B5EF4-FFF2-40B4-BE49-F238E27FC236}">
                    <a16:creationId xmlns:a16="http://schemas.microsoft.com/office/drawing/2014/main" id="{9DF03D20-45C2-620D-C0E8-BAFB49E9662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6" name="组合 495">
              <a:extLst>
                <a:ext uri="{FF2B5EF4-FFF2-40B4-BE49-F238E27FC236}">
                  <a16:creationId xmlns:a16="http://schemas.microsoft.com/office/drawing/2014/main" id="{A3A3A723-6B16-CB25-0A4B-EB16CF186500}"/>
                </a:ext>
              </a:extLst>
            </p:cNvPr>
            <p:cNvGrpSpPr/>
            <p:nvPr/>
          </p:nvGrpSpPr>
          <p:grpSpPr>
            <a:xfrm>
              <a:off x="3504776" y="2191961"/>
              <a:ext cx="400050" cy="400050"/>
              <a:chOff x="2933700" y="247650"/>
              <a:chExt cx="400050" cy="400050"/>
            </a:xfrm>
          </p:grpSpPr>
          <p:sp>
            <p:nvSpPr>
              <p:cNvPr id="497" name="矩形 496">
                <a:extLst>
                  <a:ext uri="{FF2B5EF4-FFF2-40B4-BE49-F238E27FC236}">
                    <a16:creationId xmlns:a16="http://schemas.microsoft.com/office/drawing/2014/main" id="{E48A90EC-B145-C481-A87E-77189003A4B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8" name="椭圆 497">
                <a:extLst>
                  <a:ext uri="{FF2B5EF4-FFF2-40B4-BE49-F238E27FC236}">
                    <a16:creationId xmlns:a16="http://schemas.microsoft.com/office/drawing/2014/main" id="{55F0E3F0-EF0A-2175-5364-BC79AF55403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9" name="组合 498">
              <a:extLst>
                <a:ext uri="{FF2B5EF4-FFF2-40B4-BE49-F238E27FC236}">
                  <a16:creationId xmlns:a16="http://schemas.microsoft.com/office/drawing/2014/main" id="{90179F0F-61B6-A87C-8E89-A6B60FB0244B}"/>
                </a:ext>
              </a:extLst>
            </p:cNvPr>
            <p:cNvGrpSpPr/>
            <p:nvPr/>
          </p:nvGrpSpPr>
          <p:grpSpPr>
            <a:xfrm>
              <a:off x="3904826" y="2191961"/>
              <a:ext cx="400050" cy="400050"/>
              <a:chOff x="2933700" y="247650"/>
              <a:chExt cx="400050" cy="400050"/>
            </a:xfrm>
          </p:grpSpPr>
          <p:sp>
            <p:nvSpPr>
              <p:cNvPr id="500" name="矩形 499">
                <a:extLst>
                  <a:ext uri="{FF2B5EF4-FFF2-40B4-BE49-F238E27FC236}">
                    <a16:creationId xmlns:a16="http://schemas.microsoft.com/office/drawing/2014/main" id="{4619F3FD-0029-1F33-9ACB-AA4D73338C7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1" name="椭圆 500">
                <a:extLst>
                  <a:ext uri="{FF2B5EF4-FFF2-40B4-BE49-F238E27FC236}">
                    <a16:creationId xmlns:a16="http://schemas.microsoft.com/office/drawing/2014/main" id="{C00FCC9F-FF76-C744-A20D-F0B3EA79BBB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2" name="组合 501">
              <a:extLst>
                <a:ext uri="{FF2B5EF4-FFF2-40B4-BE49-F238E27FC236}">
                  <a16:creationId xmlns:a16="http://schemas.microsoft.com/office/drawing/2014/main" id="{59691564-D80C-D60F-F5BB-560689191AF8}"/>
                </a:ext>
              </a:extLst>
            </p:cNvPr>
            <p:cNvGrpSpPr/>
            <p:nvPr/>
          </p:nvGrpSpPr>
          <p:grpSpPr>
            <a:xfrm>
              <a:off x="4304876" y="2191961"/>
              <a:ext cx="400050" cy="400050"/>
              <a:chOff x="2933700" y="247650"/>
              <a:chExt cx="400050" cy="400050"/>
            </a:xfrm>
          </p:grpSpPr>
          <p:sp>
            <p:nvSpPr>
              <p:cNvPr id="503" name="矩形 502">
                <a:extLst>
                  <a:ext uri="{FF2B5EF4-FFF2-40B4-BE49-F238E27FC236}">
                    <a16:creationId xmlns:a16="http://schemas.microsoft.com/office/drawing/2014/main" id="{90B81193-837A-AEC5-4E3A-B75C9CB6AAB9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4" name="椭圆 503">
                <a:extLst>
                  <a:ext uri="{FF2B5EF4-FFF2-40B4-BE49-F238E27FC236}">
                    <a16:creationId xmlns:a16="http://schemas.microsoft.com/office/drawing/2014/main" id="{BA102C96-86F3-1B77-C940-8379AD14147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5" name="组合 504">
              <a:extLst>
                <a:ext uri="{FF2B5EF4-FFF2-40B4-BE49-F238E27FC236}">
                  <a16:creationId xmlns:a16="http://schemas.microsoft.com/office/drawing/2014/main" id="{17DA493A-C93A-F65B-94C5-22AB7160EEA4}"/>
                </a:ext>
              </a:extLst>
            </p:cNvPr>
            <p:cNvGrpSpPr/>
            <p:nvPr/>
          </p:nvGrpSpPr>
          <p:grpSpPr>
            <a:xfrm>
              <a:off x="4704926" y="2191961"/>
              <a:ext cx="400050" cy="400050"/>
              <a:chOff x="2933700" y="247650"/>
              <a:chExt cx="400050" cy="400050"/>
            </a:xfrm>
          </p:grpSpPr>
          <p:sp>
            <p:nvSpPr>
              <p:cNvPr id="506" name="矩形 505">
                <a:extLst>
                  <a:ext uri="{FF2B5EF4-FFF2-40B4-BE49-F238E27FC236}">
                    <a16:creationId xmlns:a16="http://schemas.microsoft.com/office/drawing/2014/main" id="{3FDC1ADD-CDCA-85A6-FB84-EF4928042F2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7" name="椭圆 506">
                <a:extLst>
                  <a:ext uri="{FF2B5EF4-FFF2-40B4-BE49-F238E27FC236}">
                    <a16:creationId xmlns:a16="http://schemas.microsoft.com/office/drawing/2014/main" id="{D59B5388-E944-80B7-3C3F-6D8C93078E5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8" name="组合 507">
              <a:extLst>
                <a:ext uri="{FF2B5EF4-FFF2-40B4-BE49-F238E27FC236}">
                  <a16:creationId xmlns:a16="http://schemas.microsoft.com/office/drawing/2014/main" id="{09DCFC21-063D-D797-666D-1AD9B837E7A6}"/>
                </a:ext>
              </a:extLst>
            </p:cNvPr>
            <p:cNvGrpSpPr/>
            <p:nvPr/>
          </p:nvGrpSpPr>
          <p:grpSpPr>
            <a:xfrm>
              <a:off x="5104976" y="2191960"/>
              <a:ext cx="400050" cy="400050"/>
              <a:chOff x="2933700" y="247650"/>
              <a:chExt cx="400050" cy="400050"/>
            </a:xfrm>
          </p:grpSpPr>
          <p:sp>
            <p:nvSpPr>
              <p:cNvPr id="509" name="矩形 508">
                <a:extLst>
                  <a:ext uri="{FF2B5EF4-FFF2-40B4-BE49-F238E27FC236}">
                    <a16:creationId xmlns:a16="http://schemas.microsoft.com/office/drawing/2014/main" id="{E009BD5A-8F41-F568-2F32-F1B832C2D5A2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椭圆 509">
                <a:extLst>
                  <a:ext uri="{FF2B5EF4-FFF2-40B4-BE49-F238E27FC236}">
                    <a16:creationId xmlns:a16="http://schemas.microsoft.com/office/drawing/2014/main" id="{FB87140E-2452-2011-BC37-BC206B9187F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1" name="组合 510">
              <a:extLst>
                <a:ext uri="{FF2B5EF4-FFF2-40B4-BE49-F238E27FC236}">
                  <a16:creationId xmlns:a16="http://schemas.microsoft.com/office/drawing/2014/main" id="{6FA03190-10DD-B8D0-8DD4-2C08CD43BDED}"/>
                </a:ext>
              </a:extLst>
            </p:cNvPr>
            <p:cNvGrpSpPr/>
            <p:nvPr/>
          </p:nvGrpSpPr>
          <p:grpSpPr>
            <a:xfrm>
              <a:off x="5505026" y="2191960"/>
              <a:ext cx="400050" cy="400050"/>
              <a:chOff x="2933700" y="247650"/>
              <a:chExt cx="400050" cy="400050"/>
            </a:xfrm>
          </p:grpSpPr>
          <p:sp>
            <p:nvSpPr>
              <p:cNvPr id="512" name="矩形 511">
                <a:extLst>
                  <a:ext uri="{FF2B5EF4-FFF2-40B4-BE49-F238E27FC236}">
                    <a16:creationId xmlns:a16="http://schemas.microsoft.com/office/drawing/2014/main" id="{9878BF2E-680B-922C-E69B-2266A5FF375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3" name="椭圆 512">
                <a:extLst>
                  <a:ext uri="{FF2B5EF4-FFF2-40B4-BE49-F238E27FC236}">
                    <a16:creationId xmlns:a16="http://schemas.microsoft.com/office/drawing/2014/main" id="{A1040F81-E1F6-F213-546C-60A2B85B5B2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4" name="组合 513">
              <a:extLst>
                <a:ext uri="{FF2B5EF4-FFF2-40B4-BE49-F238E27FC236}">
                  <a16:creationId xmlns:a16="http://schemas.microsoft.com/office/drawing/2014/main" id="{C8F61923-8A72-2696-D992-735A816CC28A}"/>
                </a:ext>
              </a:extLst>
            </p:cNvPr>
            <p:cNvGrpSpPr/>
            <p:nvPr/>
          </p:nvGrpSpPr>
          <p:grpSpPr>
            <a:xfrm>
              <a:off x="5905076" y="2191961"/>
              <a:ext cx="400050" cy="400050"/>
              <a:chOff x="2933700" y="247650"/>
              <a:chExt cx="400050" cy="400050"/>
            </a:xfrm>
          </p:grpSpPr>
          <p:sp>
            <p:nvSpPr>
              <p:cNvPr id="515" name="矩形 514">
                <a:extLst>
                  <a:ext uri="{FF2B5EF4-FFF2-40B4-BE49-F238E27FC236}">
                    <a16:creationId xmlns:a16="http://schemas.microsoft.com/office/drawing/2014/main" id="{1E9F5025-2C44-972D-3CB3-3CA3AE5153F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6" name="椭圆 515">
                <a:extLst>
                  <a:ext uri="{FF2B5EF4-FFF2-40B4-BE49-F238E27FC236}">
                    <a16:creationId xmlns:a16="http://schemas.microsoft.com/office/drawing/2014/main" id="{C06DAA02-4BED-507B-AAAD-DD3E207573B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7" name="组合 516">
              <a:extLst>
                <a:ext uri="{FF2B5EF4-FFF2-40B4-BE49-F238E27FC236}">
                  <a16:creationId xmlns:a16="http://schemas.microsoft.com/office/drawing/2014/main" id="{0EE28480-6DE2-331F-778E-739EA4B3FEE7}"/>
                </a:ext>
              </a:extLst>
            </p:cNvPr>
            <p:cNvGrpSpPr/>
            <p:nvPr/>
          </p:nvGrpSpPr>
          <p:grpSpPr>
            <a:xfrm>
              <a:off x="6305126" y="2191961"/>
              <a:ext cx="400050" cy="400050"/>
              <a:chOff x="2933700" y="247650"/>
              <a:chExt cx="400050" cy="400050"/>
            </a:xfrm>
          </p:grpSpPr>
          <p:sp>
            <p:nvSpPr>
              <p:cNvPr id="518" name="矩形 517">
                <a:extLst>
                  <a:ext uri="{FF2B5EF4-FFF2-40B4-BE49-F238E27FC236}">
                    <a16:creationId xmlns:a16="http://schemas.microsoft.com/office/drawing/2014/main" id="{971D1B5F-155F-6E1E-BC0A-10610F52AA5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9" name="椭圆 518">
                <a:extLst>
                  <a:ext uri="{FF2B5EF4-FFF2-40B4-BE49-F238E27FC236}">
                    <a16:creationId xmlns:a16="http://schemas.microsoft.com/office/drawing/2014/main" id="{7CFE30AC-0017-8BEC-4194-5F11F1309CA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0" name="组合 519">
              <a:extLst>
                <a:ext uri="{FF2B5EF4-FFF2-40B4-BE49-F238E27FC236}">
                  <a16:creationId xmlns:a16="http://schemas.microsoft.com/office/drawing/2014/main" id="{A12A00A9-E870-52AA-958B-0C93F2C8164C}"/>
                </a:ext>
              </a:extLst>
            </p:cNvPr>
            <p:cNvGrpSpPr/>
            <p:nvPr/>
          </p:nvGrpSpPr>
          <p:grpSpPr>
            <a:xfrm>
              <a:off x="6705176" y="2191960"/>
              <a:ext cx="400050" cy="400050"/>
              <a:chOff x="2933700" y="247650"/>
              <a:chExt cx="400050" cy="400050"/>
            </a:xfrm>
          </p:grpSpPr>
          <p:sp>
            <p:nvSpPr>
              <p:cNvPr id="521" name="矩形 520">
                <a:extLst>
                  <a:ext uri="{FF2B5EF4-FFF2-40B4-BE49-F238E27FC236}">
                    <a16:creationId xmlns:a16="http://schemas.microsoft.com/office/drawing/2014/main" id="{0491E650-A1B4-580D-0ED3-64C079417F55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椭圆 521">
                <a:extLst>
                  <a:ext uri="{FF2B5EF4-FFF2-40B4-BE49-F238E27FC236}">
                    <a16:creationId xmlns:a16="http://schemas.microsoft.com/office/drawing/2014/main" id="{A545D7EA-A540-8EB3-9D85-E04F1BE898E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3" name="组合 522">
              <a:extLst>
                <a:ext uri="{FF2B5EF4-FFF2-40B4-BE49-F238E27FC236}">
                  <a16:creationId xmlns:a16="http://schemas.microsoft.com/office/drawing/2014/main" id="{72579F11-BC8E-F688-AC28-2EC40DF5E457}"/>
                </a:ext>
              </a:extLst>
            </p:cNvPr>
            <p:cNvGrpSpPr/>
            <p:nvPr/>
          </p:nvGrpSpPr>
          <p:grpSpPr>
            <a:xfrm>
              <a:off x="7105226" y="2191960"/>
              <a:ext cx="400050" cy="400050"/>
              <a:chOff x="2933700" y="247650"/>
              <a:chExt cx="400050" cy="400050"/>
            </a:xfrm>
          </p:grpSpPr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CDC60445-45E3-6623-15A4-856F3336F7B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5" name="椭圆 524">
                <a:extLst>
                  <a:ext uri="{FF2B5EF4-FFF2-40B4-BE49-F238E27FC236}">
                    <a16:creationId xmlns:a16="http://schemas.microsoft.com/office/drawing/2014/main" id="{FA00BB12-9B18-B070-7708-22304A78376E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6" name="组合 525">
              <a:extLst>
                <a:ext uri="{FF2B5EF4-FFF2-40B4-BE49-F238E27FC236}">
                  <a16:creationId xmlns:a16="http://schemas.microsoft.com/office/drawing/2014/main" id="{1959C354-1820-0B0C-ACAF-4C5516840E71}"/>
                </a:ext>
              </a:extLst>
            </p:cNvPr>
            <p:cNvGrpSpPr/>
            <p:nvPr/>
          </p:nvGrpSpPr>
          <p:grpSpPr>
            <a:xfrm>
              <a:off x="7505276" y="2191960"/>
              <a:ext cx="400050" cy="400050"/>
              <a:chOff x="2933700" y="247650"/>
              <a:chExt cx="400050" cy="400050"/>
            </a:xfrm>
          </p:grpSpPr>
          <p:sp>
            <p:nvSpPr>
              <p:cNvPr id="527" name="矩形 526">
                <a:extLst>
                  <a:ext uri="{FF2B5EF4-FFF2-40B4-BE49-F238E27FC236}">
                    <a16:creationId xmlns:a16="http://schemas.microsoft.com/office/drawing/2014/main" id="{06EA4A5B-AC37-6B8B-97F0-EE80407350C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8" name="椭圆 527">
                <a:extLst>
                  <a:ext uri="{FF2B5EF4-FFF2-40B4-BE49-F238E27FC236}">
                    <a16:creationId xmlns:a16="http://schemas.microsoft.com/office/drawing/2014/main" id="{452A07E6-D874-C613-7CAD-057FBDC4CE2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9" name="组合 528">
              <a:extLst>
                <a:ext uri="{FF2B5EF4-FFF2-40B4-BE49-F238E27FC236}">
                  <a16:creationId xmlns:a16="http://schemas.microsoft.com/office/drawing/2014/main" id="{00C5499A-1FBF-E3AB-5A6C-86112CC34020}"/>
                </a:ext>
              </a:extLst>
            </p:cNvPr>
            <p:cNvGrpSpPr/>
            <p:nvPr/>
          </p:nvGrpSpPr>
          <p:grpSpPr>
            <a:xfrm>
              <a:off x="7905326" y="2191960"/>
              <a:ext cx="400050" cy="400050"/>
              <a:chOff x="2933700" y="247650"/>
              <a:chExt cx="400050" cy="400050"/>
            </a:xfrm>
          </p:grpSpPr>
          <p:sp>
            <p:nvSpPr>
              <p:cNvPr id="530" name="矩形 529">
                <a:extLst>
                  <a:ext uri="{FF2B5EF4-FFF2-40B4-BE49-F238E27FC236}">
                    <a16:creationId xmlns:a16="http://schemas.microsoft.com/office/drawing/2014/main" id="{76DA2439-2C8B-E1DB-555F-FAFD9B44CA0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1" name="椭圆 530">
                <a:extLst>
                  <a:ext uri="{FF2B5EF4-FFF2-40B4-BE49-F238E27FC236}">
                    <a16:creationId xmlns:a16="http://schemas.microsoft.com/office/drawing/2014/main" id="{58B459BB-E08F-37D7-2F39-F4B961C4DD8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2" name="组合 531">
              <a:extLst>
                <a:ext uri="{FF2B5EF4-FFF2-40B4-BE49-F238E27FC236}">
                  <a16:creationId xmlns:a16="http://schemas.microsoft.com/office/drawing/2014/main" id="{05313F56-F8CA-CFF6-3C5E-0E94CA7618E1}"/>
                </a:ext>
              </a:extLst>
            </p:cNvPr>
            <p:cNvGrpSpPr/>
            <p:nvPr/>
          </p:nvGrpSpPr>
          <p:grpSpPr>
            <a:xfrm>
              <a:off x="8305376" y="2191959"/>
              <a:ext cx="400050" cy="400050"/>
              <a:chOff x="2933700" y="247650"/>
              <a:chExt cx="400050" cy="400050"/>
            </a:xfrm>
          </p:grpSpPr>
          <p:sp>
            <p:nvSpPr>
              <p:cNvPr id="533" name="矩形 532">
                <a:extLst>
                  <a:ext uri="{FF2B5EF4-FFF2-40B4-BE49-F238E27FC236}">
                    <a16:creationId xmlns:a16="http://schemas.microsoft.com/office/drawing/2014/main" id="{1A1D5C6D-FDDE-2823-B9E7-4A7EE8129AD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4" name="椭圆 533">
                <a:extLst>
                  <a:ext uri="{FF2B5EF4-FFF2-40B4-BE49-F238E27FC236}">
                    <a16:creationId xmlns:a16="http://schemas.microsoft.com/office/drawing/2014/main" id="{7461E1D1-C062-8647-4A01-D26DFFCB389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5" name="组合 534">
              <a:extLst>
                <a:ext uri="{FF2B5EF4-FFF2-40B4-BE49-F238E27FC236}">
                  <a16:creationId xmlns:a16="http://schemas.microsoft.com/office/drawing/2014/main" id="{4DA9970F-2D5F-5E4B-B4F9-6256C617E69B}"/>
                </a:ext>
              </a:extLst>
            </p:cNvPr>
            <p:cNvGrpSpPr/>
            <p:nvPr/>
          </p:nvGrpSpPr>
          <p:grpSpPr>
            <a:xfrm>
              <a:off x="8705426" y="2191959"/>
              <a:ext cx="400050" cy="400050"/>
              <a:chOff x="2933700" y="247650"/>
              <a:chExt cx="400050" cy="400050"/>
            </a:xfrm>
          </p:grpSpPr>
          <p:sp>
            <p:nvSpPr>
              <p:cNvPr id="536" name="矩形 535">
                <a:extLst>
                  <a:ext uri="{FF2B5EF4-FFF2-40B4-BE49-F238E27FC236}">
                    <a16:creationId xmlns:a16="http://schemas.microsoft.com/office/drawing/2014/main" id="{CCBD38CC-7CFC-648C-8CF7-A755D0A83D79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7" name="椭圆 536">
                <a:extLst>
                  <a:ext uri="{FF2B5EF4-FFF2-40B4-BE49-F238E27FC236}">
                    <a16:creationId xmlns:a16="http://schemas.microsoft.com/office/drawing/2014/main" id="{26317CBE-C2C8-6201-34E0-102EA43DDBE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8" name="组合 537">
              <a:extLst>
                <a:ext uri="{FF2B5EF4-FFF2-40B4-BE49-F238E27FC236}">
                  <a16:creationId xmlns:a16="http://schemas.microsoft.com/office/drawing/2014/main" id="{FE50EB36-B2FE-20A6-C6ED-13F6DEA3417B}"/>
                </a:ext>
              </a:extLst>
            </p:cNvPr>
            <p:cNvGrpSpPr/>
            <p:nvPr/>
          </p:nvGrpSpPr>
          <p:grpSpPr>
            <a:xfrm>
              <a:off x="2704676" y="2592010"/>
              <a:ext cx="400050" cy="400050"/>
              <a:chOff x="2933700" y="247650"/>
              <a:chExt cx="400050" cy="400050"/>
            </a:xfrm>
          </p:grpSpPr>
          <p:sp>
            <p:nvSpPr>
              <p:cNvPr id="539" name="矩形 538">
                <a:extLst>
                  <a:ext uri="{FF2B5EF4-FFF2-40B4-BE49-F238E27FC236}">
                    <a16:creationId xmlns:a16="http://schemas.microsoft.com/office/drawing/2014/main" id="{2F52A18C-573A-EAC5-29DE-D7CD419F604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0" name="椭圆 539">
                <a:extLst>
                  <a:ext uri="{FF2B5EF4-FFF2-40B4-BE49-F238E27FC236}">
                    <a16:creationId xmlns:a16="http://schemas.microsoft.com/office/drawing/2014/main" id="{A0402EEE-B92C-EDE1-992D-1C7DC21E0BE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41" name="组合 540">
              <a:extLst>
                <a:ext uri="{FF2B5EF4-FFF2-40B4-BE49-F238E27FC236}">
                  <a16:creationId xmlns:a16="http://schemas.microsoft.com/office/drawing/2014/main" id="{30890A12-CF43-9E5F-B58B-B6C509948FDD}"/>
                </a:ext>
              </a:extLst>
            </p:cNvPr>
            <p:cNvGrpSpPr/>
            <p:nvPr/>
          </p:nvGrpSpPr>
          <p:grpSpPr>
            <a:xfrm>
              <a:off x="3104726" y="2592010"/>
              <a:ext cx="400050" cy="400050"/>
              <a:chOff x="2933700" y="247650"/>
              <a:chExt cx="400050" cy="400050"/>
            </a:xfrm>
          </p:grpSpPr>
          <p:sp>
            <p:nvSpPr>
              <p:cNvPr id="542" name="矩形 541">
                <a:extLst>
                  <a:ext uri="{FF2B5EF4-FFF2-40B4-BE49-F238E27FC236}">
                    <a16:creationId xmlns:a16="http://schemas.microsoft.com/office/drawing/2014/main" id="{0FFD31A0-AD71-5168-C15B-181CBB6F81F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3" name="椭圆 542">
                <a:extLst>
                  <a:ext uri="{FF2B5EF4-FFF2-40B4-BE49-F238E27FC236}">
                    <a16:creationId xmlns:a16="http://schemas.microsoft.com/office/drawing/2014/main" id="{5DCF70BE-F14E-8472-BFCA-6C6B576AD36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44" name="组合 543">
              <a:extLst>
                <a:ext uri="{FF2B5EF4-FFF2-40B4-BE49-F238E27FC236}">
                  <a16:creationId xmlns:a16="http://schemas.microsoft.com/office/drawing/2014/main" id="{EBD7FE2A-2F41-AABB-8E90-A2B6F46476FC}"/>
                </a:ext>
              </a:extLst>
            </p:cNvPr>
            <p:cNvGrpSpPr/>
            <p:nvPr/>
          </p:nvGrpSpPr>
          <p:grpSpPr>
            <a:xfrm>
              <a:off x="3504776" y="2592009"/>
              <a:ext cx="400050" cy="400050"/>
              <a:chOff x="2933700" y="247650"/>
              <a:chExt cx="400050" cy="400050"/>
            </a:xfrm>
          </p:grpSpPr>
          <p:sp>
            <p:nvSpPr>
              <p:cNvPr id="545" name="矩形 544">
                <a:extLst>
                  <a:ext uri="{FF2B5EF4-FFF2-40B4-BE49-F238E27FC236}">
                    <a16:creationId xmlns:a16="http://schemas.microsoft.com/office/drawing/2014/main" id="{88975630-05B6-0DF0-1A10-4C97F44C2DC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6" name="椭圆 545">
                <a:extLst>
                  <a:ext uri="{FF2B5EF4-FFF2-40B4-BE49-F238E27FC236}">
                    <a16:creationId xmlns:a16="http://schemas.microsoft.com/office/drawing/2014/main" id="{695728CC-2191-E445-377F-A50B2FF3608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47" name="组合 546">
              <a:extLst>
                <a:ext uri="{FF2B5EF4-FFF2-40B4-BE49-F238E27FC236}">
                  <a16:creationId xmlns:a16="http://schemas.microsoft.com/office/drawing/2014/main" id="{8889BA0A-4FA4-B9A2-0B2C-E38A9F910D3E}"/>
                </a:ext>
              </a:extLst>
            </p:cNvPr>
            <p:cNvGrpSpPr/>
            <p:nvPr/>
          </p:nvGrpSpPr>
          <p:grpSpPr>
            <a:xfrm>
              <a:off x="3904826" y="2592009"/>
              <a:ext cx="400050" cy="400050"/>
              <a:chOff x="2933700" y="247650"/>
              <a:chExt cx="400050" cy="400050"/>
            </a:xfrm>
          </p:grpSpPr>
          <p:sp>
            <p:nvSpPr>
              <p:cNvPr id="548" name="矩形 547">
                <a:extLst>
                  <a:ext uri="{FF2B5EF4-FFF2-40B4-BE49-F238E27FC236}">
                    <a16:creationId xmlns:a16="http://schemas.microsoft.com/office/drawing/2014/main" id="{AF6C1112-BC91-D732-3733-D15219AEB34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9" name="椭圆 548">
                <a:extLst>
                  <a:ext uri="{FF2B5EF4-FFF2-40B4-BE49-F238E27FC236}">
                    <a16:creationId xmlns:a16="http://schemas.microsoft.com/office/drawing/2014/main" id="{CDD2CCFB-7E8D-6A5F-BC09-F11DE793C55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50" name="组合 549">
              <a:extLst>
                <a:ext uri="{FF2B5EF4-FFF2-40B4-BE49-F238E27FC236}">
                  <a16:creationId xmlns:a16="http://schemas.microsoft.com/office/drawing/2014/main" id="{E96D35DC-D621-6A23-CC9E-59A176A649E0}"/>
                </a:ext>
              </a:extLst>
            </p:cNvPr>
            <p:cNvGrpSpPr/>
            <p:nvPr/>
          </p:nvGrpSpPr>
          <p:grpSpPr>
            <a:xfrm>
              <a:off x="4304876" y="2592009"/>
              <a:ext cx="400050" cy="400050"/>
              <a:chOff x="2933700" y="247650"/>
              <a:chExt cx="400050" cy="400050"/>
            </a:xfrm>
          </p:grpSpPr>
          <p:sp>
            <p:nvSpPr>
              <p:cNvPr id="551" name="矩形 550">
                <a:extLst>
                  <a:ext uri="{FF2B5EF4-FFF2-40B4-BE49-F238E27FC236}">
                    <a16:creationId xmlns:a16="http://schemas.microsoft.com/office/drawing/2014/main" id="{02365FC9-43FF-57DD-91E0-CE46D1F588C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2" name="椭圆 551">
                <a:extLst>
                  <a:ext uri="{FF2B5EF4-FFF2-40B4-BE49-F238E27FC236}">
                    <a16:creationId xmlns:a16="http://schemas.microsoft.com/office/drawing/2014/main" id="{00D3AD77-5839-9D95-F3C7-F03C01D48C9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53" name="组合 552">
              <a:extLst>
                <a:ext uri="{FF2B5EF4-FFF2-40B4-BE49-F238E27FC236}">
                  <a16:creationId xmlns:a16="http://schemas.microsoft.com/office/drawing/2014/main" id="{317727E7-E0EA-2BC1-3DEF-F3C82066DD05}"/>
                </a:ext>
              </a:extLst>
            </p:cNvPr>
            <p:cNvGrpSpPr/>
            <p:nvPr/>
          </p:nvGrpSpPr>
          <p:grpSpPr>
            <a:xfrm>
              <a:off x="4704926" y="2592009"/>
              <a:ext cx="400050" cy="400050"/>
              <a:chOff x="2933700" y="247650"/>
              <a:chExt cx="400050" cy="400050"/>
            </a:xfrm>
          </p:grpSpPr>
          <p:sp>
            <p:nvSpPr>
              <p:cNvPr id="554" name="矩形 553">
                <a:extLst>
                  <a:ext uri="{FF2B5EF4-FFF2-40B4-BE49-F238E27FC236}">
                    <a16:creationId xmlns:a16="http://schemas.microsoft.com/office/drawing/2014/main" id="{A7BF9D31-07AF-8C15-3651-D70CF7CDB80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5" name="椭圆 554">
                <a:extLst>
                  <a:ext uri="{FF2B5EF4-FFF2-40B4-BE49-F238E27FC236}">
                    <a16:creationId xmlns:a16="http://schemas.microsoft.com/office/drawing/2014/main" id="{B7EC9F74-ED27-513B-24AC-C05947FA5AF7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56" name="组合 555">
              <a:extLst>
                <a:ext uri="{FF2B5EF4-FFF2-40B4-BE49-F238E27FC236}">
                  <a16:creationId xmlns:a16="http://schemas.microsoft.com/office/drawing/2014/main" id="{489692FD-12F3-8245-A54B-ABE4FB0FB8C7}"/>
                </a:ext>
              </a:extLst>
            </p:cNvPr>
            <p:cNvGrpSpPr/>
            <p:nvPr/>
          </p:nvGrpSpPr>
          <p:grpSpPr>
            <a:xfrm>
              <a:off x="5104976" y="2592008"/>
              <a:ext cx="400050" cy="400050"/>
              <a:chOff x="2933700" y="247650"/>
              <a:chExt cx="400050" cy="400050"/>
            </a:xfrm>
          </p:grpSpPr>
          <p:sp>
            <p:nvSpPr>
              <p:cNvPr id="557" name="矩形 556">
                <a:extLst>
                  <a:ext uri="{FF2B5EF4-FFF2-40B4-BE49-F238E27FC236}">
                    <a16:creationId xmlns:a16="http://schemas.microsoft.com/office/drawing/2014/main" id="{FC5D5CF1-8771-1BE6-29D8-F400721D3DB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8" name="椭圆 557">
                <a:extLst>
                  <a:ext uri="{FF2B5EF4-FFF2-40B4-BE49-F238E27FC236}">
                    <a16:creationId xmlns:a16="http://schemas.microsoft.com/office/drawing/2014/main" id="{241B8BB3-2A44-EB54-14D8-75D6DB40A62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59" name="组合 558">
              <a:extLst>
                <a:ext uri="{FF2B5EF4-FFF2-40B4-BE49-F238E27FC236}">
                  <a16:creationId xmlns:a16="http://schemas.microsoft.com/office/drawing/2014/main" id="{78310073-CBF7-543B-4F67-1C8AD38B8EF5}"/>
                </a:ext>
              </a:extLst>
            </p:cNvPr>
            <p:cNvGrpSpPr/>
            <p:nvPr/>
          </p:nvGrpSpPr>
          <p:grpSpPr>
            <a:xfrm>
              <a:off x="5505026" y="2592008"/>
              <a:ext cx="400050" cy="400050"/>
              <a:chOff x="2933700" y="247650"/>
              <a:chExt cx="400050" cy="400050"/>
            </a:xfrm>
          </p:grpSpPr>
          <p:sp>
            <p:nvSpPr>
              <p:cNvPr id="560" name="矩形 559">
                <a:extLst>
                  <a:ext uri="{FF2B5EF4-FFF2-40B4-BE49-F238E27FC236}">
                    <a16:creationId xmlns:a16="http://schemas.microsoft.com/office/drawing/2014/main" id="{66BE8649-A1FA-E32D-AE73-044A47B0875E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1" name="椭圆 560">
                <a:extLst>
                  <a:ext uri="{FF2B5EF4-FFF2-40B4-BE49-F238E27FC236}">
                    <a16:creationId xmlns:a16="http://schemas.microsoft.com/office/drawing/2014/main" id="{35FE1DAC-4E74-26FD-3C97-407F2F71D8C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62" name="组合 561">
              <a:extLst>
                <a:ext uri="{FF2B5EF4-FFF2-40B4-BE49-F238E27FC236}">
                  <a16:creationId xmlns:a16="http://schemas.microsoft.com/office/drawing/2014/main" id="{A377B0E8-2953-0156-A051-61DCCF5EF85E}"/>
                </a:ext>
              </a:extLst>
            </p:cNvPr>
            <p:cNvGrpSpPr/>
            <p:nvPr/>
          </p:nvGrpSpPr>
          <p:grpSpPr>
            <a:xfrm>
              <a:off x="5905076" y="2592009"/>
              <a:ext cx="400050" cy="400050"/>
              <a:chOff x="2933700" y="247650"/>
              <a:chExt cx="400050" cy="400050"/>
            </a:xfrm>
          </p:grpSpPr>
          <p:sp>
            <p:nvSpPr>
              <p:cNvPr id="563" name="矩形 562">
                <a:extLst>
                  <a:ext uri="{FF2B5EF4-FFF2-40B4-BE49-F238E27FC236}">
                    <a16:creationId xmlns:a16="http://schemas.microsoft.com/office/drawing/2014/main" id="{15823E7B-F3AC-D6A0-2A0D-9278886ED48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椭圆 563">
                <a:extLst>
                  <a:ext uri="{FF2B5EF4-FFF2-40B4-BE49-F238E27FC236}">
                    <a16:creationId xmlns:a16="http://schemas.microsoft.com/office/drawing/2014/main" id="{673108D9-897E-2151-AFDF-4612FF8A03A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65" name="组合 564">
              <a:extLst>
                <a:ext uri="{FF2B5EF4-FFF2-40B4-BE49-F238E27FC236}">
                  <a16:creationId xmlns:a16="http://schemas.microsoft.com/office/drawing/2014/main" id="{890EF50A-A169-EB8A-034F-9116C84FF29F}"/>
                </a:ext>
              </a:extLst>
            </p:cNvPr>
            <p:cNvGrpSpPr/>
            <p:nvPr/>
          </p:nvGrpSpPr>
          <p:grpSpPr>
            <a:xfrm>
              <a:off x="6305126" y="2592009"/>
              <a:ext cx="400050" cy="400050"/>
              <a:chOff x="2933700" y="247650"/>
              <a:chExt cx="400050" cy="400050"/>
            </a:xfrm>
          </p:grpSpPr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02CA1CC2-3876-BD8C-00FE-DC73F41A4EAD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椭圆 566">
                <a:extLst>
                  <a:ext uri="{FF2B5EF4-FFF2-40B4-BE49-F238E27FC236}">
                    <a16:creationId xmlns:a16="http://schemas.microsoft.com/office/drawing/2014/main" id="{D635ADFF-C0FB-74CE-E04D-CE49EF0BD89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68" name="组合 567">
              <a:extLst>
                <a:ext uri="{FF2B5EF4-FFF2-40B4-BE49-F238E27FC236}">
                  <a16:creationId xmlns:a16="http://schemas.microsoft.com/office/drawing/2014/main" id="{921B8483-5192-7DCA-757F-4A0238CA54F9}"/>
                </a:ext>
              </a:extLst>
            </p:cNvPr>
            <p:cNvGrpSpPr/>
            <p:nvPr/>
          </p:nvGrpSpPr>
          <p:grpSpPr>
            <a:xfrm>
              <a:off x="6705176" y="2592008"/>
              <a:ext cx="400050" cy="400050"/>
              <a:chOff x="2933700" y="247650"/>
              <a:chExt cx="400050" cy="400050"/>
            </a:xfrm>
          </p:grpSpPr>
          <p:sp>
            <p:nvSpPr>
              <p:cNvPr id="569" name="矩形 568">
                <a:extLst>
                  <a:ext uri="{FF2B5EF4-FFF2-40B4-BE49-F238E27FC236}">
                    <a16:creationId xmlns:a16="http://schemas.microsoft.com/office/drawing/2014/main" id="{F95AA16B-8304-A6FC-411F-8FBF47D5390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椭圆 569">
                <a:extLst>
                  <a:ext uri="{FF2B5EF4-FFF2-40B4-BE49-F238E27FC236}">
                    <a16:creationId xmlns:a16="http://schemas.microsoft.com/office/drawing/2014/main" id="{46314B4A-5500-D7E6-75EF-158C6EA4228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71" name="组合 570">
              <a:extLst>
                <a:ext uri="{FF2B5EF4-FFF2-40B4-BE49-F238E27FC236}">
                  <a16:creationId xmlns:a16="http://schemas.microsoft.com/office/drawing/2014/main" id="{1C4D22BA-B545-8B29-E61B-C7F5DE3568CB}"/>
                </a:ext>
              </a:extLst>
            </p:cNvPr>
            <p:cNvGrpSpPr/>
            <p:nvPr/>
          </p:nvGrpSpPr>
          <p:grpSpPr>
            <a:xfrm>
              <a:off x="7105226" y="2592008"/>
              <a:ext cx="400050" cy="400050"/>
              <a:chOff x="2933700" y="247650"/>
              <a:chExt cx="400050" cy="400050"/>
            </a:xfrm>
          </p:grpSpPr>
          <p:sp>
            <p:nvSpPr>
              <p:cNvPr id="572" name="矩形 571">
                <a:extLst>
                  <a:ext uri="{FF2B5EF4-FFF2-40B4-BE49-F238E27FC236}">
                    <a16:creationId xmlns:a16="http://schemas.microsoft.com/office/drawing/2014/main" id="{DF7B0D19-0A69-E00B-3941-F861025E5EC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椭圆 572">
                <a:extLst>
                  <a:ext uri="{FF2B5EF4-FFF2-40B4-BE49-F238E27FC236}">
                    <a16:creationId xmlns:a16="http://schemas.microsoft.com/office/drawing/2014/main" id="{05774254-36C6-8C2D-628C-F8D8B32DE8C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74" name="组合 573">
              <a:extLst>
                <a:ext uri="{FF2B5EF4-FFF2-40B4-BE49-F238E27FC236}">
                  <a16:creationId xmlns:a16="http://schemas.microsoft.com/office/drawing/2014/main" id="{2EB26DEF-7A2B-49C2-20F7-E1F88914690E}"/>
                </a:ext>
              </a:extLst>
            </p:cNvPr>
            <p:cNvGrpSpPr/>
            <p:nvPr/>
          </p:nvGrpSpPr>
          <p:grpSpPr>
            <a:xfrm>
              <a:off x="7505276" y="2592008"/>
              <a:ext cx="400050" cy="400050"/>
              <a:chOff x="2933700" y="247650"/>
              <a:chExt cx="400050" cy="400050"/>
            </a:xfrm>
          </p:grpSpPr>
          <p:sp>
            <p:nvSpPr>
              <p:cNvPr id="575" name="矩形 574">
                <a:extLst>
                  <a:ext uri="{FF2B5EF4-FFF2-40B4-BE49-F238E27FC236}">
                    <a16:creationId xmlns:a16="http://schemas.microsoft.com/office/drawing/2014/main" id="{5FA37514-CFC0-CC89-45A2-B393D56BDD2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6" name="椭圆 575">
                <a:extLst>
                  <a:ext uri="{FF2B5EF4-FFF2-40B4-BE49-F238E27FC236}">
                    <a16:creationId xmlns:a16="http://schemas.microsoft.com/office/drawing/2014/main" id="{B10C4CC7-C0F7-5257-EDB3-021068EF2FA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77" name="组合 576">
              <a:extLst>
                <a:ext uri="{FF2B5EF4-FFF2-40B4-BE49-F238E27FC236}">
                  <a16:creationId xmlns:a16="http://schemas.microsoft.com/office/drawing/2014/main" id="{902D8D1F-75FB-37A8-2D7D-74BB07F0A24C}"/>
                </a:ext>
              </a:extLst>
            </p:cNvPr>
            <p:cNvGrpSpPr/>
            <p:nvPr/>
          </p:nvGrpSpPr>
          <p:grpSpPr>
            <a:xfrm>
              <a:off x="7905326" y="2592008"/>
              <a:ext cx="400050" cy="400050"/>
              <a:chOff x="2933700" y="247650"/>
              <a:chExt cx="400050" cy="400050"/>
            </a:xfrm>
          </p:grpSpPr>
          <p:sp>
            <p:nvSpPr>
              <p:cNvPr id="578" name="矩形 577">
                <a:extLst>
                  <a:ext uri="{FF2B5EF4-FFF2-40B4-BE49-F238E27FC236}">
                    <a16:creationId xmlns:a16="http://schemas.microsoft.com/office/drawing/2014/main" id="{836D12D6-6F0C-7C21-A65E-6DF6AEED46B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9" name="椭圆 578">
                <a:extLst>
                  <a:ext uri="{FF2B5EF4-FFF2-40B4-BE49-F238E27FC236}">
                    <a16:creationId xmlns:a16="http://schemas.microsoft.com/office/drawing/2014/main" id="{ABF6E05E-83E0-7472-E3E3-6892F79A440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0" name="组合 579">
              <a:extLst>
                <a:ext uri="{FF2B5EF4-FFF2-40B4-BE49-F238E27FC236}">
                  <a16:creationId xmlns:a16="http://schemas.microsoft.com/office/drawing/2014/main" id="{7C20134B-1E65-F7DA-208D-C33CE30534CB}"/>
                </a:ext>
              </a:extLst>
            </p:cNvPr>
            <p:cNvGrpSpPr/>
            <p:nvPr/>
          </p:nvGrpSpPr>
          <p:grpSpPr>
            <a:xfrm>
              <a:off x="8305376" y="2592007"/>
              <a:ext cx="400050" cy="400050"/>
              <a:chOff x="2933700" y="247650"/>
              <a:chExt cx="400050" cy="400050"/>
            </a:xfrm>
          </p:grpSpPr>
          <p:sp>
            <p:nvSpPr>
              <p:cNvPr id="581" name="矩形 580">
                <a:extLst>
                  <a:ext uri="{FF2B5EF4-FFF2-40B4-BE49-F238E27FC236}">
                    <a16:creationId xmlns:a16="http://schemas.microsoft.com/office/drawing/2014/main" id="{8D7B513D-6BE9-8B24-C8CC-6ABB329376D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2" name="椭圆 581">
                <a:extLst>
                  <a:ext uri="{FF2B5EF4-FFF2-40B4-BE49-F238E27FC236}">
                    <a16:creationId xmlns:a16="http://schemas.microsoft.com/office/drawing/2014/main" id="{D7A230F3-2BCA-B45A-22D9-545932ED1DE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3" name="组合 582">
              <a:extLst>
                <a:ext uri="{FF2B5EF4-FFF2-40B4-BE49-F238E27FC236}">
                  <a16:creationId xmlns:a16="http://schemas.microsoft.com/office/drawing/2014/main" id="{4D97B142-6E1F-81FA-90AE-E86183C4B981}"/>
                </a:ext>
              </a:extLst>
            </p:cNvPr>
            <p:cNvGrpSpPr/>
            <p:nvPr/>
          </p:nvGrpSpPr>
          <p:grpSpPr>
            <a:xfrm>
              <a:off x="8705426" y="2592007"/>
              <a:ext cx="400050" cy="400050"/>
              <a:chOff x="2933700" y="247650"/>
              <a:chExt cx="400050" cy="400050"/>
            </a:xfrm>
          </p:grpSpPr>
          <p:sp>
            <p:nvSpPr>
              <p:cNvPr id="584" name="矩形 583">
                <a:extLst>
                  <a:ext uri="{FF2B5EF4-FFF2-40B4-BE49-F238E27FC236}">
                    <a16:creationId xmlns:a16="http://schemas.microsoft.com/office/drawing/2014/main" id="{52263CBC-72E6-8074-D562-2984D9DAF01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5" name="椭圆 584">
                <a:extLst>
                  <a:ext uri="{FF2B5EF4-FFF2-40B4-BE49-F238E27FC236}">
                    <a16:creationId xmlns:a16="http://schemas.microsoft.com/office/drawing/2014/main" id="{ABFFFE60-3DE2-FADD-8D32-509C90357BA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6" name="组合 585">
              <a:extLst>
                <a:ext uri="{FF2B5EF4-FFF2-40B4-BE49-F238E27FC236}">
                  <a16:creationId xmlns:a16="http://schemas.microsoft.com/office/drawing/2014/main" id="{E1C35AB1-3BB2-9CFF-1A84-EFE81F389833}"/>
                </a:ext>
              </a:extLst>
            </p:cNvPr>
            <p:cNvGrpSpPr/>
            <p:nvPr/>
          </p:nvGrpSpPr>
          <p:grpSpPr>
            <a:xfrm>
              <a:off x="2704676" y="2992058"/>
              <a:ext cx="400050" cy="400050"/>
              <a:chOff x="2933700" y="247650"/>
              <a:chExt cx="400050" cy="400050"/>
            </a:xfrm>
          </p:grpSpPr>
          <p:sp>
            <p:nvSpPr>
              <p:cNvPr id="587" name="矩形 586">
                <a:extLst>
                  <a:ext uri="{FF2B5EF4-FFF2-40B4-BE49-F238E27FC236}">
                    <a16:creationId xmlns:a16="http://schemas.microsoft.com/office/drawing/2014/main" id="{26ABD817-0D7E-6FF2-398D-88E29245410E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椭圆 587">
                <a:extLst>
                  <a:ext uri="{FF2B5EF4-FFF2-40B4-BE49-F238E27FC236}">
                    <a16:creationId xmlns:a16="http://schemas.microsoft.com/office/drawing/2014/main" id="{3BD4AA66-AFB2-145E-FC77-18A0E4B569F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9" name="组合 588">
              <a:extLst>
                <a:ext uri="{FF2B5EF4-FFF2-40B4-BE49-F238E27FC236}">
                  <a16:creationId xmlns:a16="http://schemas.microsoft.com/office/drawing/2014/main" id="{7970C6AF-7F38-074E-2C3E-D61588552739}"/>
                </a:ext>
              </a:extLst>
            </p:cNvPr>
            <p:cNvGrpSpPr/>
            <p:nvPr/>
          </p:nvGrpSpPr>
          <p:grpSpPr>
            <a:xfrm>
              <a:off x="3104726" y="2992058"/>
              <a:ext cx="400050" cy="400050"/>
              <a:chOff x="2933700" y="247650"/>
              <a:chExt cx="400050" cy="400050"/>
            </a:xfrm>
          </p:grpSpPr>
          <p:sp>
            <p:nvSpPr>
              <p:cNvPr id="590" name="矩形 589">
                <a:extLst>
                  <a:ext uri="{FF2B5EF4-FFF2-40B4-BE49-F238E27FC236}">
                    <a16:creationId xmlns:a16="http://schemas.microsoft.com/office/drawing/2014/main" id="{A768226A-B904-45B5-5B20-7D15AA043E15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1" name="椭圆 590">
                <a:extLst>
                  <a:ext uri="{FF2B5EF4-FFF2-40B4-BE49-F238E27FC236}">
                    <a16:creationId xmlns:a16="http://schemas.microsoft.com/office/drawing/2014/main" id="{77DD1280-DED1-8AB8-A09C-C331FDD2957E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92" name="组合 591">
              <a:extLst>
                <a:ext uri="{FF2B5EF4-FFF2-40B4-BE49-F238E27FC236}">
                  <a16:creationId xmlns:a16="http://schemas.microsoft.com/office/drawing/2014/main" id="{1CB1B6A6-7BF0-EFD2-7227-516080648E06}"/>
                </a:ext>
              </a:extLst>
            </p:cNvPr>
            <p:cNvGrpSpPr/>
            <p:nvPr/>
          </p:nvGrpSpPr>
          <p:grpSpPr>
            <a:xfrm>
              <a:off x="3504776" y="2992057"/>
              <a:ext cx="400050" cy="400050"/>
              <a:chOff x="2933700" y="247650"/>
              <a:chExt cx="400050" cy="400050"/>
            </a:xfrm>
          </p:grpSpPr>
          <p:sp>
            <p:nvSpPr>
              <p:cNvPr id="593" name="矩形 592">
                <a:extLst>
                  <a:ext uri="{FF2B5EF4-FFF2-40B4-BE49-F238E27FC236}">
                    <a16:creationId xmlns:a16="http://schemas.microsoft.com/office/drawing/2014/main" id="{91B6D413-5425-E357-B025-BC9095C2B6C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4" name="椭圆 593">
                <a:extLst>
                  <a:ext uri="{FF2B5EF4-FFF2-40B4-BE49-F238E27FC236}">
                    <a16:creationId xmlns:a16="http://schemas.microsoft.com/office/drawing/2014/main" id="{8773260C-7B69-BD32-A3ED-BC66EEEEDD1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95" name="组合 594">
              <a:extLst>
                <a:ext uri="{FF2B5EF4-FFF2-40B4-BE49-F238E27FC236}">
                  <a16:creationId xmlns:a16="http://schemas.microsoft.com/office/drawing/2014/main" id="{8C3F8A45-40A3-BDE5-BDB4-B667D91C1985}"/>
                </a:ext>
              </a:extLst>
            </p:cNvPr>
            <p:cNvGrpSpPr/>
            <p:nvPr/>
          </p:nvGrpSpPr>
          <p:grpSpPr>
            <a:xfrm>
              <a:off x="3904826" y="2992057"/>
              <a:ext cx="400050" cy="400050"/>
              <a:chOff x="2933700" y="247650"/>
              <a:chExt cx="400050" cy="400050"/>
            </a:xfrm>
          </p:grpSpPr>
          <p:sp>
            <p:nvSpPr>
              <p:cNvPr id="596" name="矩形 595">
                <a:extLst>
                  <a:ext uri="{FF2B5EF4-FFF2-40B4-BE49-F238E27FC236}">
                    <a16:creationId xmlns:a16="http://schemas.microsoft.com/office/drawing/2014/main" id="{00019861-5262-7898-D9E6-38E69CC6396E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7" name="椭圆 596">
                <a:extLst>
                  <a:ext uri="{FF2B5EF4-FFF2-40B4-BE49-F238E27FC236}">
                    <a16:creationId xmlns:a16="http://schemas.microsoft.com/office/drawing/2014/main" id="{25C67AD4-F0CD-2798-C6FC-047FA3FD43E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98" name="组合 597">
              <a:extLst>
                <a:ext uri="{FF2B5EF4-FFF2-40B4-BE49-F238E27FC236}">
                  <a16:creationId xmlns:a16="http://schemas.microsoft.com/office/drawing/2014/main" id="{62B54037-87C6-D80B-22DB-F8A5B9138D70}"/>
                </a:ext>
              </a:extLst>
            </p:cNvPr>
            <p:cNvGrpSpPr/>
            <p:nvPr/>
          </p:nvGrpSpPr>
          <p:grpSpPr>
            <a:xfrm>
              <a:off x="4304876" y="2992057"/>
              <a:ext cx="400050" cy="400050"/>
              <a:chOff x="2933700" y="247650"/>
              <a:chExt cx="400050" cy="400050"/>
            </a:xfrm>
          </p:grpSpPr>
          <p:sp>
            <p:nvSpPr>
              <p:cNvPr id="599" name="矩形 598">
                <a:extLst>
                  <a:ext uri="{FF2B5EF4-FFF2-40B4-BE49-F238E27FC236}">
                    <a16:creationId xmlns:a16="http://schemas.microsoft.com/office/drawing/2014/main" id="{774848FB-BC5A-2EDE-D89E-8AAA87AD08C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0" name="椭圆 599">
                <a:extLst>
                  <a:ext uri="{FF2B5EF4-FFF2-40B4-BE49-F238E27FC236}">
                    <a16:creationId xmlns:a16="http://schemas.microsoft.com/office/drawing/2014/main" id="{0F6DCD17-5B76-1C6B-EFD3-6491B835E59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1" name="组合 600">
              <a:extLst>
                <a:ext uri="{FF2B5EF4-FFF2-40B4-BE49-F238E27FC236}">
                  <a16:creationId xmlns:a16="http://schemas.microsoft.com/office/drawing/2014/main" id="{DD978D73-2AEA-420A-0B11-A9F006DBA666}"/>
                </a:ext>
              </a:extLst>
            </p:cNvPr>
            <p:cNvGrpSpPr/>
            <p:nvPr/>
          </p:nvGrpSpPr>
          <p:grpSpPr>
            <a:xfrm>
              <a:off x="4704926" y="2992057"/>
              <a:ext cx="400050" cy="400050"/>
              <a:chOff x="2933700" y="247650"/>
              <a:chExt cx="400050" cy="400050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AEDEA105-E4AE-5A00-D6E3-D14CA752397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椭圆 602">
                <a:extLst>
                  <a:ext uri="{FF2B5EF4-FFF2-40B4-BE49-F238E27FC236}">
                    <a16:creationId xmlns:a16="http://schemas.microsoft.com/office/drawing/2014/main" id="{4C44F1EA-9601-DD55-7E1B-55DE255746C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4" name="组合 603">
              <a:extLst>
                <a:ext uri="{FF2B5EF4-FFF2-40B4-BE49-F238E27FC236}">
                  <a16:creationId xmlns:a16="http://schemas.microsoft.com/office/drawing/2014/main" id="{A68D85F4-0378-B8D9-AEB7-35169989F050}"/>
                </a:ext>
              </a:extLst>
            </p:cNvPr>
            <p:cNvGrpSpPr/>
            <p:nvPr/>
          </p:nvGrpSpPr>
          <p:grpSpPr>
            <a:xfrm>
              <a:off x="5104976" y="2992056"/>
              <a:ext cx="400050" cy="400050"/>
              <a:chOff x="2933700" y="247650"/>
              <a:chExt cx="400050" cy="400050"/>
            </a:xfrm>
          </p:grpSpPr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C0AEBCD-591A-9AA7-A9D2-950FC2F58D3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椭圆 605">
                <a:extLst>
                  <a:ext uri="{FF2B5EF4-FFF2-40B4-BE49-F238E27FC236}">
                    <a16:creationId xmlns:a16="http://schemas.microsoft.com/office/drawing/2014/main" id="{CEC50DE1-0A80-3D08-AECB-DACD59393FC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7" name="组合 606">
              <a:extLst>
                <a:ext uri="{FF2B5EF4-FFF2-40B4-BE49-F238E27FC236}">
                  <a16:creationId xmlns:a16="http://schemas.microsoft.com/office/drawing/2014/main" id="{D8045A9E-2A57-369E-716F-B14BAAC73733}"/>
                </a:ext>
              </a:extLst>
            </p:cNvPr>
            <p:cNvGrpSpPr/>
            <p:nvPr/>
          </p:nvGrpSpPr>
          <p:grpSpPr>
            <a:xfrm>
              <a:off x="5505026" y="2992056"/>
              <a:ext cx="400050" cy="400050"/>
              <a:chOff x="2933700" y="247650"/>
              <a:chExt cx="400050" cy="400050"/>
            </a:xfrm>
          </p:grpSpPr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FC12ACD2-6E31-6023-71F2-B1FF6C4B311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椭圆 608">
                <a:extLst>
                  <a:ext uri="{FF2B5EF4-FFF2-40B4-BE49-F238E27FC236}">
                    <a16:creationId xmlns:a16="http://schemas.microsoft.com/office/drawing/2014/main" id="{0461A506-908D-FD97-42F1-7C8233FB096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0" name="组合 609">
              <a:extLst>
                <a:ext uri="{FF2B5EF4-FFF2-40B4-BE49-F238E27FC236}">
                  <a16:creationId xmlns:a16="http://schemas.microsoft.com/office/drawing/2014/main" id="{CAB6DC14-280C-D9B1-4C17-862556A7216F}"/>
                </a:ext>
              </a:extLst>
            </p:cNvPr>
            <p:cNvGrpSpPr/>
            <p:nvPr/>
          </p:nvGrpSpPr>
          <p:grpSpPr>
            <a:xfrm>
              <a:off x="5905076" y="2992057"/>
              <a:ext cx="400050" cy="400050"/>
              <a:chOff x="2933700" y="247650"/>
              <a:chExt cx="400050" cy="400050"/>
            </a:xfrm>
          </p:grpSpPr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0F313F4C-F5BC-5AFC-C354-EAAA7226596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椭圆 611">
                <a:extLst>
                  <a:ext uri="{FF2B5EF4-FFF2-40B4-BE49-F238E27FC236}">
                    <a16:creationId xmlns:a16="http://schemas.microsoft.com/office/drawing/2014/main" id="{0F2AA7D5-5F30-6DE6-DA49-06C3FC748675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3" name="组合 612">
              <a:extLst>
                <a:ext uri="{FF2B5EF4-FFF2-40B4-BE49-F238E27FC236}">
                  <a16:creationId xmlns:a16="http://schemas.microsoft.com/office/drawing/2014/main" id="{7DCE81FA-C098-BB8B-A71A-8CB89F91E222}"/>
                </a:ext>
              </a:extLst>
            </p:cNvPr>
            <p:cNvGrpSpPr/>
            <p:nvPr/>
          </p:nvGrpSpPr>
          <p:grpSpPr>
            <a:xfrm>
              <a:off x="6305126" y="2992057"/>
              <a:ext cx="400050" cy="400050"/>
              <a:chOff x="2933700" y="247650"/>
              <a:chExt cx="400050" cy="400050"/>
            </a:xfrm>
          </p:grpSpPr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BB0C045C-747B-5DE3-3D7F-11F3A037FFE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椭圆 614">
                <a:extLst>
                  <a:ext uri="{FF2B5EF4-FFF2-40B4-BE49-F238E27FC236}">
                    <a16:creationId xmlns:a16="http://schemas.microsoft.com/office/drawing/2014/main" id="{40CA91BB-991B-2E9D-27E2-2031E6A4952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6" name="组合 615">
              <a:extLst>
                <a:ext uri="{FF2B5EF4-FFF2-40B4-BE49-F238E27FC236}">
                  <a16:creationId xmlns:a16="http://schemas.microsoft.com/office/drawing/2014/main" id="{2EC6E6C8-956E-850E-C9C7-0C7BE87B19CA}"/>
                </a:ext>
              </a:extLst>
            </p:cNvPr>
            <p:cNvGrpSpPr/>
            <p:nvPr/>
          </p:nvGrpSpPr>
          <p:grpSpPr>
            <a:xfrm>
              <a:off x="6705176" y="2992056"/>
              <a:ext cx="400050" cy="400050"/>
              <a:chOff x="2933700" y="247650"/>
              <a:chExt cx="400050" cy="400050"/>
            </a:xfrm>
          </p:grpSpPr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5F4ED521-597D-72B3-202E-DB732BF53803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椭圆 617">
                <a:extLst>
                  <a:ext uri="{FF2B5EF4-FFF2-40B4-BE49-F238E27FC236}">
                    <a16:creationId xmlns:a16="http://schemas.microsoft.com/office/drawing/2014/main" id="{175F5553-7B0B-D0EF-AF70-4D2EFC2853A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9" name="组合 618">
              <a:extLst>
                <a:ext uri="{FF2B5EF4-FFF2-40B4-BE49-F238E27FC236}">
                  <a16:creationId xmlns:a16="http://schemas.microsoft.com/office/drawing/2014/main" id="{824722E6-85AD-497B-32D4-FB49BD7374CA}"/>
                </a:ext>
              </a:extLst>
            </p:cNvPr>
            <p:cNvGrpSpPr/>
            <p:nvPr/>
          </p:nvGrpSpPr>
          <p:grpSpPr>
            <a:xfrm>
              <a:off x="7105226" y="2992056"/>
              <a:ext cx="400050" cy="400050"/>
              <a:chOff x="2933700" y="247650"/>
              <a:chExt cx="400050" cy="400050"/>
            </a:xfrm>
          </p:grpSpPr>
          <p:sp>
            <p:nvSpPr>
              <p:cNvPr id="620" name="矩形 619">
                <a:extLst>
                  <a:ext uri="{FF2B5EF4-FFF2-40B4-BE49-F238E27FC236}">
                    <a16:creationId xmlns:a16="http://schemas.microsoft.com/office/drawing/2014/main" id="{61817271-EA7F-343E-0D43-B88A955A563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1" name="椭圆 620">
                <a:extLst>
                  <a:ext uri="{FF2B5EF4-FFF2-40B4-BE49-F238E27FC236}">
                    <a16:creationId xmlns:a16="http://schemas.microsoft.com/office/drawing/2014/main" id="{A5E4419B-52FD-13E9-EA1A-1C02E8B893F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2" name="组合 621">
              <a:extLst>
                <a:ext uri="{FF2B5EF4-FFF2-40B4-BE49-F238E27FC236}">
                  <a16:creationId xmlns:a16="http://schemas.microsoft.com/office/drawing/2014/main" id="{2D61A450-9C08-2522-98E7-4B28300833AF}"/>
                </a:ext>
              </a:extLst>
            </p:cNvPr>
            <p:cNvGrpSpPr/>
            <p:nvPr/>
          </p:nvGrpSpPr>
          <p:grpSpPr>
            <a:xfrm>
              <a:off x="7505276" y="2992056"/>
              <a:ext cx="400050" cy="400050"/>
              <a:chOff x="2933700" y="247650"/>
              <a:chExt cx="400050" cy="400050"/>
            </a:xfrm>
          </p:grpSpPr>
          <p:sp>
            <p:nvSpPr>
              <p:cNvPr id="623" name="矩形 622">
                <a:extLst>
                  <a:ext uri="{FF2B5EF4-FFF2-40B4-BE49-F238E27FC236}">
                    <a16:creationId xmlns:a16="http://schemas.microsoft.com/office/drawing/2014/main" id="{20876181-609D-EE61-8881-7418A16471D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4" name="椭圆 623">
                <a:extLst>
                  <a:ext uri="{FF2B5EF4-FFF2-40B4-BE49-F238E27FC236}">
                    <a16:creationId xmlns:a16="http://schemas.microsoft.com/office/drawing/2014/main" id="{97CB5D07-D290-DD13-8F7B-5D9776CBAD0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5" name="组合 624">
              <a:extLst>
                <a:ext uri="{FF2B5EF4-FFF2-40B4-BE49-F238E27FC236}">
                  <a16:creationId xmlns:a16="http://schemas.microsoft.com/office/drawing/2014/main" id="{26336C7D-0526-2064-D0B7-717B63B98A10}"/>
                </a:ext>
              </a:extLst>
            </p:cNvPr>
            <p:cNvGrpSpPr/>
            <p:nvPr/>
          </p:nvGrpSpPr>
          <p:grpSpPr>
            <a:xfrm>
              <a:off x="7905326" y="2992056"/>
              <a:ext cx="400050" cy="400050"/>
              <a:chOff x="2933700" y="247650"/>
              <a:chExt cx="400050" cy="400050"/>
            </a:xfrm>
          </p:grpSpPr>
          <p:sp>
            <p:nvSpPr>
              <p:cNvPr id="626" name="矩形 625">
                <a:extLst>
                  <a:ext uri="{FF2B5EF4-FFF2-40B4-BE49-F238E27FC236}">
                    <a16:creationId xmlns:a16="http://schemas.microsoft.com/office/drawing/2014/main" id="{9C856F05-A9BF-D151-7655-7026AC49102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7" name="椭圆 626">
                <a:extLst>
                  <a:ext uri="{FF2B5EF4-FFF2-40B4-BE49-F238E27FC236}">
                    <a16:creationId xmlns:a16="http://schemas.microsoft.com/office/drawing/2014/main" id="{BFAE117E-B3B5-54F4-D153-BB1F6A7C9B5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8" name="组合 627">
              <a:extLst>
                <a:ext uri="{FF2B5EF4-FFF2-40B4-BE49-F238E27FC236}">
                  <a16:creationId xmlns:a16="http://schemas.microsoft.com/office/drawing/2014/main" id="{915905B3-56DA-7877-AFD2-7AE1E65BAFC5}"/>
                </a:ext>
              </a:extLst>
            </p:cNvPr>
            <p:cNvGrpSpPr/>
            <p:nvPr/>
          </p:nvGrpSpPr>
          <p:grpSpPr>
            <a:xfrm>
              <a:off x="8305376" y="2992055"/>
              <a:ext cx="400050" cy="400050"/>
              <a:chOff x="2933700" y="247650"/>
              <a:chExt cx="400050" cy="400050"/>
            </a:xfrm>
          </p:grpSpPr>
          <p:sp>
            <p:nvSpPr>
              <p:cNvPr id="629" name="矩形 628">
                <a:extLst>
                  <a:ext uri="{FF2B5EF4-FFF2-40B4-BE49-F238E27FC236}">
                    <a16:creationId xmlns:a16="http://schemas.microsoft.com/office/drawing/2014/main" id="{7AB677AA-A4F7-2420-6075-A8236271EAB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0" name="椭圆 629">
                <a:extLst>
                  <a:ext uri="{FF2B5EF4-FFF2-40B4-BE49-F238E27FC236}">
                    <a16:creationId xmlns:a16="http://schemas.microsoft.com/office/drawing/2014/main" id="{D5BAE3BA-CA12-DB93-073F-E1CA39912CE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C69291A6-B6C6-5829-5527-C18B57825637}"/>
                </a:ext>
              </a:extLst>
            </p:cNvPr>
            <p:cNvGrpSpPr/>
            <p:nvPr/>
          </p:nvGrpSpPr>
          <p:grpSpPr>
            <a:xfrm>
              <a:off x="8705426" y="2992055"/>
              <a:ext cx="400050" cy="400050"/>
              <a:chOff x="2933700" y="247650"/>
              <a:chExt cx="400050" cy="400050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2EAC1C10-E76E-80B1-A9FB-C9812B7E1C4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椭圆 632">
                <a:extLst>
                  <a:ext uri="{FF2B5EF4-FFF2-40B4-BE49-F238E27FC236}">
                    <a16:creationId xmlns:a16="http://schemas.microsoft.com/office/drawing/2014/main" id="{09903FCC-967E-8CD9-6E82-7E356B39328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06E39FF5-7A5D-E4DE-43DF-2607DDF0BF66}"/>
                </a:ext>
              </a:extLst>
            </p:cNvPr>
            <p:cNvGrpSpPr/>
            <p:nvPr/>
          </p:nvGrpSpPr>
          <p:grpSpPr>
            <a:xfrm>
              <a:off x="2704676" y="3388782"/>
              <a:ext cx="400050" cy="400050"/>
              <a:chOff x="2933700" y="247650"/>
              <a:chExt cx="400050" cy="400050"/>
            </a:xfrm>
          </p:grpSpPr>
          <p:sp>
            <p:nvSpPr>
              <p:cNvPr id="635" name="矩形 634">
                <a:extLst>
                  <a:ext uri="{FF2B5EF4-FFF2-40B4-BE49-F238E27FC236}">
                    <a16:creationId xmlns:a16="http://schemas.microsoft.com/office/drawing/2014/main" id="{0D84435E-FB9E-389D-5DD4-9ABD6C89204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6" name="椭圆 635">
                <a:extLst>
                  <a:ext uri="{FF2B5EF4-FFF2-40B4-BE49-F238E27FC236}">
                    <a16:creationId xmlns:a16="http://schemas.microsoft.com/office/drawing/2014/main" id="{5D564956-D953-38A1-B528-58E5B8F54C50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7" name="组合 636">
              <a:extLst>
                <a:ext uri="{FF2B5EF4-FFF2-40B4-BE49-F238E27FC236}">
                  <a16:creationId xmlns:a16="http://schemas.microsoft.com/office/drawing/2014/main" id="{966B311C-5F10-B4BE-1896-DB7803021F62}"/>
                </a:ext>
              </a:extLst>
            </p:cNvPr>
            <p:cNvGrpSpPr/>
            <p:nvPr/>
          </p:nvGrpSpPr>
          <p:grpSpPr>
            <a:xfrm>
              <a:off x="3104726" y="3388782"/>
              <a:ext cx="400050" cy="400050"/>
              <a:chOff x="2933700" y="247650"/>
              <a:chExt cx="400050" cy="400050"/>
            </a:xfrm>
          </p:grpSpPr>
          <p:sp>
            <p:nvSpPr>
              <p:cNvPr id="638" name="矩形 637">
                <a:extLst>
                  <a:ext uri="{FF2B5EF4-FFF2-40B4-BE49-F238E27FC236}">
                    <a16:creationId xmlns:a16="http://schemas.microsoft.com/office/drawing/2014/main" id="{376401B1-2E2A-99E6-6938-D9B7BAE0F85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9" name="椭圆 638">
                <a:extLst>
                  <a:ext uri="{FF2B5EF4-FFF2-40B4-BE49-F238E27FC236}">
                    <a16:creationId xmlns:a16="http://schemas.microsoft.com/office/drawing/2014/main" id="{2611EF1C-D1D6-4FEB-1DD5-B0A6794D95B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0" name="组合 639">
              <a:extLst>
                <a:ext uri="{FF2B5EF4-FFF2-40B4-BE49-F238E27FC236}">
                  <a16:creationId xmlns:a16="http://schemas.microsoft.com/office/drawing/2014/main" id="{F754988F-FDD3-8362-B13D-504384599B71}"/>
                </a:ext>
              </a:extLst>
            </p:cNvPr>
            <p:cNvGrpSpPr/>
            <p:nvPr/>
          </p:nvGrpSpPr>
          <p:grpSpPr>
            <a:xfrm>
              <a:off x="3504776" y="3388781"/>
              <a:ext cx="400050" cy="400050"/>
              <a:chOff x="2933700" y="247650"/>
              <a:chExt cx="400050" cy="400050"/>
            </a:xfrm>
          </p:grpSpPr>
          <p:sp>
            <p:nvSpPr>
              <p:cNvPr id="641" name="矩形 640">
                <a:extLst>
                  <a:ext uri="{FF2B5EF4-FFF2-40B4-BE49-F238E27FC236}">
                    <a16:creationId xmlns:a16="http://schemas.microsoft.com/office/drawing/2014/main" id="{3F561461-B7F1-5E6E-B04D-2B52387A999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2" name="椭圆 641">
                <a:extLst>
                  <a:ext uri="{FF2B5EF4-FFF2-40B4-BE49-F238E27FC236}">
                    <a16:creationId xmlns:a16="http://schemas.microsoft.com/office/drawing/2014/main" id="{1753A70C-C02F-AE2C-302D-17391F95385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3" name="组合 642">
              <a:extLst>
                <a:ext uri="{FF2B5EF4-FFF2-40B4-BE49-F238E27FC236}">
                  <a16:creationId xmlns:a16="http://schemas.microsoft.com/office/drawing/2014/main" id="{04AA6FB9-3358-771C-E15D-DB910739944B}"/>
                </a:ext>
              </a:extLst>
            </p:cNvPr>
            <p:cNvGrpSpPr/>
            <p:nvPr/>
          </p:nvGrpSpPr>
          <p:grpSpPr>
            <a:xfrm>
              <a:off x="3904826" y="3388781"/>
              <a:ext cx="400050" cy="400050"/>
              <a:chOff x="2933700" y="247650"/>
              <a:chExt cx="400050" cy="400050"/>
            </a:xfrm>
          </p:grpSpPr>
          <p:sp>
            <p:nvSpPr>
              <p:cNvPr id="644" name="矩形 643">
                <a:extLst>
                  <a:ext uri="{FF2B5EF4-FFF2-40B4-BE49-F238E27FC236}">
                    <a16:creationId xmlns:a16="http://schemas.microsoft.com/office/drawing/2014/main" id="{4C675295-DDD4-CB2B-51AD-4F1D41DCC405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5" name="椭圆 644">
                <a:extLst>
                  <a:ext uri="{FF2B5EF4-FFF2-40B4-BE49-F238E27FC236}">
                    <a16:creationId xmlns:a16="http://schemas.microsoft.com/office/drawing/2014/main" id="{E8314F9D-74D2-F008-315E-769E63520EC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6" name="组合 645">
              <a:extLst>
                <a:ext uri="{FF2B5EF4-FFF2-40B4-BE49-F238E27FC236}">
                  <a16:creationId xmlns:a16="http://schemas.microsoft.com/office/drawing/2014/main" id="{CFEA320B-52C0-8A54-45AD-1FA0AB6C96B1}"/>
                </a:ext>
              </a:extLst>
            </p:cNvPr>
            <p:cNvGrpSpPr/>
            <p:nvPr/>
          </p:nvGrpSpPr>
          <p:grpSpPr>
            <a:xfrm>
              <a:off x="4304876" y="3388781"/>
              <a:ext cx="400050" cy="400050"/>
              <a:chOff x="2933700" y="247650"/>
              <a:chExt cx="400050" cy="400050"/>
            </a:xfrm>
          </p:grpSpPr>
          <p:sp>
            <p:nvSpPr>
              <p:cNvPr id="647" name="矩形 646">
                <a:extLst>
                  <a:ext uri="{FF2B5EF4-FFF2-40B4-BE49-F238E27FC236}">
                    <a16:creationId xmlns:a16="http://schemas.microsoft.com/office/drawing/2014/main" id="{8373F312-B35A-B3D1-C299-6CBDB7534A4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8" name="椭圆 647">
                <a:extLst>
                  <a:ext uri="{FF2B5EF4-FFF2-40B4-BE49-F238E27FC236}">
                    <a16:creationId xmlns:a16="http://schemas.microsoft.com/office/drawing/2014/main" id="{EF792762-3FBB-A107-8BF2-28EF4047219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9" name="组合 648">
              <a:extLst>
                <a:ext uri="{FF2B5EF4-FFF2-40B4-BE49-F238E27FC236}">
                  <a16:creationId xmlns:a16="http://schemas.microsoft.com/office/drawing/2014/main" id="{6D7AA9AF-38D8-76B1-7A28-CA24A62C0BE2}"/>
                </a:ext>
              </a:extLst>
            </p:cNvPr>
            <p:cNvGrpSpPr/>
            <p:nvPr/>
          </p:nvGrpSpPr>
          <p:grpSpPr>
            <a:xfrm>
              <a:off x="4704926" y="3388781"/>
              <a:ext cx="400050" cy="400050"/>
              <a:chOff x="2933700" y="247650"/>
              <a:chExt cx="400050" cy="400050"/>
            </a:xfrm>
          </p:grpSpPr>
          <p:sp>
            <p:nvSpPr>
              <p:cNvPr id="650" name="矩形 649">
                <a:extLst>
                  <a:ext uri="{FF2B5EF4-FFF2-40B4-BE49-F238E27FC236}">
                    <a16:creationId xmlns:a16="http://schemas.microsoft.com/office/drawing/2014/main" id="{3448E4D8-E125-35F1-4A9C-AFE821754AB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1" name="椭圆 650">
                <a:extLst>
                  <a:ext uri="{FF2B5EF4-FFF2-40B4-BE49-F238E27FC236}">
                    <a16:creationId xmlns:a16="http://schemas.microsoft.com/office/drawing/2014/main" id="{E8700448-F4ED-4382-C874-333775E7894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2" name="组合 651">
              <a:extLst>
                <a:ext uri="{FF2B5EF4-FFF2-40B4-BE49-F238E27FC236}">
                  <a16:creationId xmlns:a16="http://schemas.microsoft.com/office/drawing/2014/main" id="{549E27CC-1E93-F1C6-2450-0E86BE253361}"/>
                </a:ext>
              </a:extLst>
            </p:cNvPr>
            <p:cNvGrpSpPr/>
            <p:nvPr/>
          </p:nvGrpSpPr>
          <p:grpSpPr>
            <a:xfrm>
              <a:off x="5104976" y="3388780"/>
              <a:ext cx="400050" cy="400050"/>
              <a:chOff x="2933700" y="247650"/>
              <a:chExt cx="400050" cy="400050"/>
            </a:xfrm>
          </p:grpSpPr>
          <p:sp>
            <p:nvSpPr>
              <p:cNvPr id="653" name="矩形 652">
                <a:extLst>
                  <a:ext uri="{FF2B5EF4-FFF2-40B4-BE49-F238E27FC236}">
                    <a16:creationId xmlns:a16="http://schemas.microsoft.com/office/drawing/2014/main" id="{407FD1A0-EDBD-7279-749E-A459DE507A3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4" name="椭圆 653">
                <a:extLst>
                  <a:ext uri="{FF2B5EF4-FFF2-40B4-BE49-F238E27FC236}">
                    <a16:creationId xmlns:a16="http://schemas.microsoft.com/office/drawing/2014/main" id="{ADC123ED-273F-2B61-30F1-45760DB7D46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5" name="组合 654">
              <a:extLst>
                <a:ext uri="{FF2B5EF4-FFF2-40B4-BE49-F238E27FC236}">
                  <a16:creationId xmlns:a16="http://schemas.microsoft.com/office/drawing/2014/main" id="{C5BDFDE4-AED4-1F04-0269-86D1DE24757B}"/>
                </a:ext>
              </a:extLst>
            </p:cNvPr>
            <p:cNvGrpSpPr/>
            <p:nvPr/>
          </p:nvGrpSpPr>
          <p:grpSpPr>
            <a:xfrm>
              <a:off x="5505026" y="3388780"/>
              <a:ext cx="400050" cy="400050"/>
              <a:chOff x="2933700" y="247650"/>
              <a:chExt cx="400050" cy="400050"/>
            </a:xfrm>
          </p:grpSpPr>
          <p:sp>
            <p:nvSpPr>
              <p:cNvPr id="656" name="矩形 655">
                <a:extLst>
                  <a:ext uri="{FF2B5EF4-FFF2-40B4-BE49-F238E27FC236}">
                    <a16:creationId xmlns:a16="http://schemas.microsoft.com/office/drawing/2014/main" id="{4D3D187F-0F00-CCA8-6B0D-9A76CC11523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7" name="椭圆 656">
                <a:extLst>
                  <a:ext uri="{FF2B5EF4-FFF2-40B4-BE49-F238E27FC236}">
                    <a16:creationId xmlns:a16="http://schemas.microsoft.com/office/drawing/2014/main" id="{BAB5D66A-149E-4608-C92A-5918E0FBCF7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8" name="组合 657">
              <a:extLst>
                <a:ext uri="{FF2B5EF4-FFF2-40B4-BE49-F238E27FC236}">
                  <a16:creationId xmlns:a16="http://schemas.microsoft.com/office/drawing/2014/main" id="{1158AD36-46D4-6F75-6F17-3A2FF51C53FB}"/>
                </a:ext>
              </a:extLst>
            </p:cNvPr>
            <p:cNvGrpSpPr/>
            <p:nvPr/>
          </p:nvGrpSpPr>
          <p:grpSpPr>
            <a:xfrm>
              <a:off x="5905076" y="3388781"/>
              <a:ext cx="400050" cy="400050"/>
              <a:chOff x="2933700" y="247650"/>
              <a:chExt cx="400050" cy="400050"/>
            </a:xfrm>
          </p:grpSpPr>
          <p:sp>
            <p:nvSpPr>
              <p:cNvPr id="659" name="矩形 658">
                <a:extLst>
                  <a:ext uri="{FF2B5EF4-FFF2-40B4-BE49-F238E27FC236}">
                    <a16:creationId xmlns:a16="http://schemas.microsoft.com/office/drawing/2014/main" id="{DFB2A8B8-E947-7E85-6C98-EC9093C8276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0" name="椭圆 659">
                <a:extLst>
                  <a:ext uri="{FF2B5EF4-FFF2-40B4-BE49-F238E27FC236}">
                    <a16:creationId xmlns:a16="http://schemas.microsoft.com/office/drawing/2014/main" id="{A16BB1C3-3F08-BFA7-C4C5-51285667572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3409A801-9058-B921-8848-1368E9DEB5F0}"/>
                </a:ext>
              </a:extLst>
            </p:cNvPr>
            <p:cNvGrpSpPr/>
            <p:nvPr/>
          </p:nvGrpSpPr>
          <p:grpSpPr>
            <a:xfrm>
              <a:off x="6305126" y="3388781"/>
              <a:ext cx="400050" cy="400050"/>
              <a:chOff x="2933700" y="247650"/>
              <a:chExt cx="400050" cy="400050"/>
            </a:xfrm>
          </p:grpSpPr>
          <p:sp>
            <p:nvSpPr>
              <p:cNvPr id="662" name="矩形 661">
                <a:extLst>
                  <a:ext uri="{FF2B5EF4-FFF2-40B4-BE49-F238E27FC236}">
                    <a16:creationId xmlns:a16="http://schemas.microsoft.com/office/drawing/2014/main" id="{50EDCAB5-EEA1-FF9B-11E9-A2B78C11A2A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3" name="椭圆 662">
                <a:extLst>
                  <a:ext uri="{FF2B5EF4-FFF2-40B4-BE49-F238E27FC236}">
                    <a16:creationId xmlns:a16="http://schemas.microsoft.com/office/drawing/2014/main" id="{83474EDD-9EAE-7F3E-161F-803A7CBBC2D7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4" name="组合 663">
              <a:extLst>
                <a:ext uri="{FF2B5EF4-FFF2-40B4-BE49-F238E27FC236}">
                  <a16:creationId xmlns:a16="http://schemas.microsoft.com/office/drawing/2014/main" id="{2E0E8A53-FE34-8713-B0BC-A9C2EC43D37D}"/>
                </a:ext>
              </a:extLst>
            </p:cNvPr>
            <p:cNvGrpSpPr/>
            <p:nvPr/>
          </p:nvGrpSpPr>
          <p:grpSpPr>
            <a:xfrm>
              <a:off x="6705176" y="3388780"/>
              <a:ext cx="400050" cy="400050"/>
              <a:chOff x="2933700" y="247650"/>
              <a:chExt cx="400050" cy="400050"/>
            </a:xfrm>
          </p:grpSpPr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01DC8314-83E2-F16C-59C4-3451983A2D7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椭圆 665">
                <a:extLst>
                  <a:ext uri="{FF2B5EF4-FFF2-40B4-BE49-F238E27FC236}">
                    <a16:creationId xmlns:a16="http://schemas.microsoft.com/office/drawing/2014/main" id="{C8454C01-4874-1B3C-0631-5F326293717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7" name="组合 666">
              <a:extLst>
                <a:ext uri="{FF2B5EF4-FFF2-40B4-BE49-F238E27FC236}">
                  <a16:creationId xmlns:a16="http://schemas.microsoft.com/office/drawing/2014/main" id="{B494ACF2-C58C-7A4D-A799-4219F92D19ED}"/>
                </a:ext>
              </a:extLst>
            </p:cNvPr>
            <p:cNvGrpSpPr/>
            <p:nvPr/>
          </p:nvGrpSpPr>
          <p:grpSpPr>
            <a:xfrm>
              <a:off x="7105226" y="3388780"/>
              <a:ext cx="400050" cy="400050"/>
              <a:chOff x="2933700" y="247650"/>
              <a:chExt cx="400050" cy="400050"/>
            </a:xfrm>
          </p:grpSpPr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8E6D85AF-D23C-3D51-02AF-0B316017A53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椭圆 668">
                <a:extLst>
                  <a:ext uri="{FF2B5EF4-FFF2-40B4-BE49-F238E27FC236}">
                    <a16:creationId xmlns:a16="http://schemas.microsoft.com/office/drawing/2014/main" id="{AF9AB258-0354-61F3-EC37-5640F0AED55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0" name="组合 669">
              <a:extLst>
                <a:ext uri="{FF2B5EF4-FFF2-40B4-BE49-F238E27FC236}">
                  <a16:creationId xmlns:a16="http://schemas.microsoft.com/office/drawing/2014/main" id="{9B8F34F8-BC5C-8A70-D142-0AB391416AFA}"/>
                </a:ext>
              </a:extLst>
            </p:cNvPr>
            <p:cNvGrpSpPr/>
            <p:nvPr/>
          </p:nvGrpSpPr>
          <p:grpSpPr>
            <a:xfrm>
              <a:off x="7505276" y="3388780"/>
              <a:ext cx="400050" cy="400050"/>
              <a:chOff x="2933700" y="247650"/>
              <a:chExt cx="400050" cy="400050"/>
            </a:xfrm>
          </p:grpSpPr>
          <p:sp>
            <p:nvSpPr>
              <p:cNvPr id="671" name="矩形 670">
                <a:extLst>
                  <a:ext uri="{FF2B5EF4-FFF2-40B4-BE49-F238E27FC236}">
                    <a16:creationId xmlns:a16="http://schemas.microsoft.com/office/drawing/2014/main" id="{AD52BA8D-2B0D-6419-A9DB-B1F82AF1E7B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2" name="椭圆 671">
                <a:extLst>
                  <a:ext uri="{FF2B5EF4-FFF2-40B4-BE49-F238E27FC236}">
                    <a16:creationId xmlns:a16="http://schemas.microsoft.com/office/drawing/2014/main" id="{2F52C07F-1ADE-DE39-8D1A-21D91F3307F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EA6A0F52-82B3-2132-BB72-AE78EB0D7060}"/>
                </a:ext>
              </a:extLst>
            </p:cNvPr>
            <p:cNvGrpSpPr/>
            <p:nvPr/>
          </p:nvGrpSpPr>
          <p:grpSpPr>
            <a:xfrm>
              <a:off x="7905326" y="3388780"/>
              <a:ext cx="400050" cy="400050"/>
              <a:chOff x="2933700" y="247650"/>
              <a:chExt cx="400050" cy="400050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A3F8249A-8802-B6EA-D890-6DF8B639671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椭圆 674">
                <a:extLst>
                  <a:ext uri="{FF2B5EF4-FFF2-40B4-BE49-F238E27FC236}">
                    <a16:creationId xmlns:a16="http://schemas.microsoft.com/office/drawing/2014/main" id="{2BFF384E-F816-8298-6489-FDC94893C92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6" name="组合 675">
              <a:extLst>
                <a:ext uri="{FF2B5EF4-FFF2-40B4-BE49-F238E27FC236}">
                  <a16:creationId xmlns:a16="http://schemas.microsoft.com/office/drawing/2014/main" id="{F3ACAAB3-A531-FD36-7D27-719758988F12}"/>
                </a:ext>
              </a:extLst>
            </p:cNvPr>
            <p:cNvGrpSpPr/>
            <p:nvPr/>
          </p:nvGrpSpPr>
          <p:grpSpPr>
            <a:xfrm>
              <a:off x="8305376" y="3388779"/>
              <a:ext cx="400050" cy="400050"/>
              <a:chOff x="2933700" y="247650"/>
              <a:chExt cx="400050" cy="400050"/>
            </a:xfrm>
          </p:grpSpPr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D9857426-1257-B931-9FAA-1905266F983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8" name="椭圆 677">
                <a:extLst>
                  <a:ext uri="{FF2B5EF4-FFF2-40B4-BE49-F238E27FC236}">
                    <a16:creationId xmlns:a16="http://schemas.microsoft.com/office/drawing/2014/main" id="{93074080-1EE6-8132-21B0-9CC9DAD69D7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9" name="组合 678">
              <a:extLst>
                <a:ext uri="{FF2B5EF4-FFF2-40B4-BE49-F238E27FC236}">
                  <a16:creationId xmlns:a16="http://schemas.microsoft.com/office/drawing/2014/main" id="{AAA753E7-5D7F-D3DF-1209-FFD9E31574D0}"/>
                </a:ext>
              </a:extLst>
            </p:cNvPr>
            <p:cNvGrpSpPr/>
            <p:nvPr/>
          </p:nvGrpSpPr>
          <p:grpSpPr>
            <a:xfrm>
              <a:off x="8705426" y="3388779"/>
              <a:ext cx="400050" cy="400050"/>
              <a:chOff x="2933700" y="247650"/>
              <a:chExt cx="400050" cy="400050"/>
            </a:xfrm>
          </p:grpSpPr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2737C237-260E-1CB6-6EFE-AF5E90D0A45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椭圆 680">
                <a:extLst>
                  <a:ext uri="{FF2B5EF4-FFF2-40B4-BE49-F238E27FC236}">
                    <a16:creationId xmlns:a16="http://schemas.microsoft.com/office/drawing/2014/main" id="{08642AA1-C260-A05B-3E5E-8B76C87214D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2" name="组合 681">
              <a:extLst>
                <a:ext uri="{FF2B5EF4-FFF2-40B4-BE49-F238E27FC236}">
                  <a16:creationId xmlns:a16="http://schemas.microsoft.com/office/drawing/2014/main" id="{FACFD92C-7ADB-ED4C-30E4-EB0285896092}"/>
                </a:ext>
              </a:extLst>
            </p:cNvPr>
            <p:cNvGrpSpPr/>
            <p:nvPr/>
          </p:nvGrpSpPr>
          <p:grpSpPr>
            <a:xfrm>
              <a:off x="2704676" y="3788830"/>
              <a:ext cx="400050" cy="400050"/>
              <a:chOff x="2933700" y="247650"/>
              <a:chExt cx="400050" cy="400050"/>
            </a:xfrm>
          </p:grpSpPr>
          <p:sp>
            <p:nvSpPr>
              <p:cNvPr id="683" name="矩形 682">
                <a:extLst>
                  <a:ext uri="{FF2B5EF4-FFF2-40B4-BE49-F238E27FC236}">
                    <a16:creationId xmlns:a16="http://schemas.microsoft.com/office/drawing/2014/main" id="{4AF7D436-3072-34F5-A810-3D69B6DA64D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4" name="椭圆 683">
                <a:extLst>
                  <a:ext uri="{FF2B5EF4-FFF2-40B4-BE49-F238E27FC236}">
                    <a16:creationId xmlns:a16="http://schemas.microsoft.com/office/drawing/2014/main" id="{C7B7A4A7-AF01-3AD8-7D9B-EBE687C9EBF5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5" name="组合 684">
              <a:extLst>
                <a:ext uri="{FF2B5EF4-FFF2-40B4-BE49-F238E27FC236}">
                  <a16:creationId xmlns:a16="http://schemas.microsoft.com/office/drawing/2014/main" id="{CBC4A184-1CFB-F699-0DF6-F172A9BDC4B0}"/>
                </a:ext>
              </a:extLst>
            </p:cNvPr>
            <p:cNvGrpSpPr/>
            <p:nvPr/>
          </p:nvGrpSpPr>
          <p:grpSpPr>
            <a:xfrm>
              <a:off x="3104726" y="3788830"/>
              <a:ext cx="400050" cy="400050"/>
              <a:chOff x="2933700" y="247650"/>
              <a:chExt cx="400050" cy="400050"/>
            </a:xfrm>
          </p:grpSpPr>
          <p:sp>
            <p:nvSpPr>
              <p:cNvPr id="686" name="矩形 685">
                <a:extLst>
                  <a:ext uri="{FF2B5EF4-FFF2-40B4-BE49-F238E27FC236}">
                    <a16:creationId xmlns:a16="http://schemas.microsoft.com/office/drawing/2014/main" id="{EC9AAFC6-5A7A-FB80-E3C9-1375DDB0F183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7" name="椭圆 686">
                <a:extLst>
                  <a:ext uri="{FF2B5EF4-FFF2-40B4-BE49-F238E27FC236}">
                    <a16:creationId xmlns:a16="http://schemas.microsoft.com/office/drawing/2014/main" id="{B6814763-20D5-0053-41FC-C3F6533C183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8" name="组合 687">
              <a:extLst>
                <a:ext uri="{FF2B5EF4-FFF2-40B4-BE49-F238E27FC236}">
                  <a16:creationId xmlns:a16="http://schemas.microsoft.com/office/drawing/2014/main" id="{A28DB6C2-3B1D-1405-A71E-2DD8C0ABB624}"/>
                </a:ext>
              </a:extLst>
            </p:cNvPr>
            <p:cNvGrpSpPr/>
            <p:nvPr/>
          </p:nvGrpSpPr>
          <p:grpSpPr>
            <a:xfrm>
              <a:off x="3504776" y="3788829"/>
              <a:ext cx="400050" cy="400050"/>
              <a:chOff x="2933700" y="247650"/>
              <a:chExt cx="400050" cy="400050"/>
            </a:xfrm>
          </p:grpSpPr>
          <p:sp>
            <p:nvSpPr>
              <p:cNvPr id="689" name="矩形 688">
                <a:extLst>
                  <a:ext uri="{FF2B5EF4-FFF2-40B4-BE49-F238E27FC236}">
                    <a16:creationId xmlns:a16="http://schemas.microsoft.com/office/drawing/2014/main" id="{BCCD6A93-5AB1-0C9F-836C-DC4B4E35C74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0" name="椭圆 689">
                <a:extLst>
                  <a:ext uri="{FF2B5EF4-FFF2-40B4-BE49-F238E27FC236}">
                    <a16:creationId xmlns:a16="http://schemas.microsoft.com/office/drawing/2014/main" id="{A3265776-9132-A76F-7A00-B1111C25C2D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1" name="组合 690">
              <a:extLst>
                <a:ext uri="{FF2B5EF4-FFF2-40B4-BE49-F238E27FC236}">
                  <a16:creationId xmlns:a16="http://schemas.microsoft.com/office/drawing/2014/main" id="{5F0CA6CF-492F-5A9C-37E4-51D17A6A34D1}"/>
                </a:ext>
              </a:extLst>
            </p:cNvPr>
            <p:cNvGrpSpPr/>
            <p:nvPr/>
          </p:nvGrpSpPr>
          <p:grpSpPr>
            <a:xfrm>
              <a:off x="3904826" y="3788829"/>
              <a:ext cx="400050" cy="400050"/>
              <a:chOff x="2933700" y="247650"/>
              <a:chExt cx="400050" cy="400050"/>
            </a:xfrm>
          </p:grpSpPr>
          <p:sp>
            <p:nvSpPr>
              <p:cNvPr id="692" name="矩形 691">
                <a:extLst>
                  <a:ext uri="{FF2B5EF4-FFF2-40B4-BE49-F238E27FC236}">
                    <a16:creationId xmlns:a16="http://schemas.microsoft.com/office/drawing/2014/main" id="{67F93D78-0D88-2988-BD89-802E7C815B8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3" name="椭圆 692">
                <a:extLst>
                  <a:ext uri="{FF2B5EF4-FFF2-40B4-BE49-F238E27FC236}">
                    <a16:creationId xmlns:a16="http://schemas.microsoft.com/office/drawing/2014/main" id="{11ACA3C8-A658-6504-4F5B-847F4D6D7C9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4" name="组合 693">
              <a:extLst>
                <a:ext uri="{FF2B5EF4-FFF2-40B4-BE49-F238E27FC236}">
                  <a16:creationId xmlns:a16="http://schemas.microsoft.com/office/drawing/2014/main" id="{66354AD1-1D64-373D-22D4-D78991C896B2}"/>
                </a:ext>
              </a:extLst>
            </p:cNvPr>
            <p:cNvGrpSpPr/>
            <p:nvPr/>
          </p:nvGrpSpPr>
          <p:grpSpPr>
            <a:xfrm>
              <a:off x="4304876" y="3788829"/>
              <a:ext cx="400050" cy="400050"/>
              <a:chOff x="2933700" y="247650"/>
              <a:chExt cx="400050" cy="400050"/>
            </a:xfrm>
          </p:grpSpPr>
          <p:sp>
            <p:nvSpPr>
              <p:cNvPr id="695" name="矩形 694">
                <a:extLst>
                  <a:ext uri="{FF2B5EF4-FFF2-40B4-BE49-F238E27FC236}">
                    <a16:creationId xmlns:a16="http://schemas.microsoft.com/office/drawing/2014/main" id="{4601D370-85CC-B721-5BA7-11A64CD0600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6" name="椭圆 695">
                <a:extLst>
                  <a:ext uri="{FF2B5EF4-FFF2-40B4-BE49-F238E27FC236}">
                    <a16:creationId xmlns:a16="http://schemas.microsoft.com/office/drawing/2014/main" id="{1CF37F6F-60AD-927E-1072-4E99A3D176E1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7" name="组合 696">
              <a:extLst>
                <a:ext uri="{FF2B5EF4-FFF2-40B4-BE49-F238E27FC236}">
                  <a16:creationId xmlns:a16="http://schemas.microsoft.com/office/drawing/2014/main" id="{C6D61C50-894D-5B61-FA51-C6C4E33E9510}"/>
                </a:ext>
              </a:extLst>
            </p:cNvPr>
            <p:cNvGrpSpPr/>
            <p:nvPr/>
          </p:nvGrpSpPr>
          <p:grpSpPr>
            <a:xfrm>
              <a:off x="4704926" y="3788829"/>
              <a:ext cx="400050" cy="400050"/>
              <a:chOff x="2933700" y="247650"/>
              <a:chExt cx="400050" cy="400050"/>
            </a:xfrm>
          </p:grpSpPr>
          <p:sp>
            <p:nvSpPr>
              <p:cNvPr id="698" name="矩形 697">
                <a:extLst>
                  <a:ext uri="{FF2B5EF4-FFF2-40B4-BE49-F238E27FC236}">
                    <a16:creationId xmlns:a16="http://schemas.microsoft.com/office/drawing/2014/main" id="{02602993-54F5-9463-6EE4-E3BE50900B7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9" name="椭圆 698">
                <a:extLst>
                  <a:ext uri="{FF2B5EF4-FFF2-40B4-BE49-F238E27FC236}">
                    <a16:creationId xmlns:a16="http://schemas.microsoft.com/office/drawing/2014/main" id="{730645ED-654C-B739-C0F1-D67A09C71AF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00" name="组合 699">
              <a:extLst>
                <a:ext uri="{FF2B5EF4-FFF2-40B4-BE49-F238E27FC236}">
                  <a16:creationId xmlns:a16="http://schemas.microsoft.com/office/drawing/2014/main" id="{1A55392D-F90A-4ED9-8309-7FD6981375F2}"/>
                </a:ext>
              </a:extLst>
            </p:cNvPr>
            <p:cNvGrpSpPr/>
            <p:nvPr/>
          </p:nvGrpSpPr>
          <p:grpSpPr>
            <a:xfrm>
              <a:off x="5104976" y="3788828"/>
              <a:ext cx="400050" cy="400050"/>
              <a:chOff x="2933700" y="247650"/>
              <a:chExt cx="400050" cy="400050"/>
            </a:xfrm>
          </p:grpSpPr>
          <p:sp>
            <p:nvSpPr>
              <p:cNvPr id="701" name="矩形 700">
                <a:extLst>
                  <a:ext uri="{FF2B5EF4-FFF2-40B4-BE49-F238E27FC236}">
                    <a16:creationId xmlns:a16="http://schemas.microsoft.com/office/drawing/2014/main" id="{5C66A5E1-81CA-436D-DDC5-B72CC3E53F1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2" name="椭圆 701">
                <a:extLst>
                  <a:ext uri="{FF2B5EF4-FFF2-40B4-BE49-F238E27FC236}">
                    <a16:creationId xmlns:a16="http://schemas.microsoft.com/office/drawing/2014/main" id="{C5A9B684-A980-91B2-7509-A5DA7FA8C7FE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03" name="组合 702">
              <a:extLst>
                <a:ext uri="{FF2B5EF4-FFF2-40B4-BE49-F238E27FC236}">
                  <a16:creationId xmlns:a16="http://schemas.microsoft.com/office/drawing/2014/main" id="{B9DDDDA0-5A0F-1887-FC3A-48DEB09CF158}"/>
                </a:ext>
              </a:extLst>
            </p:cNvPr>
            <p:cNvGrpSpPr/>
            <p:nvPr/>
          </p:nvGrpSpPr>
          <p:grpSpPr>
            <a:xfrm>
              <a:off x="5505026" y="3788828"/>
              <a:ext cx="400050" cy="400050"/>
              <a:chOff x="2933700" y="247650"/>
              <a:chExt cx="400050" cy="400050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FB9920AD-359E-F0B1-6E43-2E3717FC205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椭圆 704">
                <a:extLst>
                  <a:ext uri="{FF2B5EF4-FFF2-40B4-BE49-F238E27FC236}">
                    <a16:creationId xmlns:a16="http://schemas.microsoft.com/office/drawing/2014/main" id="{FC2EBB80-B527-189A-A7DC-63B30DC52CB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06" name="组合 705">
              <a:extLst>
                <a:ext uri="{FF2B5EF4-FFF2-40B4-BE49-F238E27FC236}">
                  <a16:creationId xmlns:a16="http://schemas.microsoft.com/office/drawing/2014/main" id="{3B86C1D0-BE5A-A56F-803E-CBE010AFB07A}"/>
                </a:ext>
              </a:extLst>
            </p:cNvPr>
            <p:cNvGrpSpPr/>
            <p:nvPr/>
          </p:nvGrpSpPr>
          <p:grpSpPr>
            <a:xfrm>
              <a:off x="5905076" y="3788829"/>
              <a:ext cx="400050" cy="400050"/>
              <a:chOff x="2933700" y="247650"/>
              <a:chExt cx="400050" cy="400050"/>
            </a:xfrm>
          </p:grpSpPr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1F823A1D-5F8E-6140-9A24-5807BF7C65F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椭圆 707">
                <a:extLst>
                  <a:ext uri="{FF2B5EF4-FFF2-40B4-BE49-F238E27FC236}">
                    <a16:creationId xmlns:a16="http://schemas.microsoft.com/office/drawing/2014/main" id="{B5FEF9AC-C6F6-F6CB-0F1E-581E7A1161C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09" name="组合 708">
              <a:extLst>
                <a:ext uri="{FF2B5EF4-FFF2-40B4-BE49-F238E27FC236}">
                  <a16:creationId xmlns:a16="http://schemas.microsoft.com/office/drawing/2014/main" id="{CF602D64-AC59-32F8-78B9-31E4268BE6FC}"/>
                </a:ext>
              </a:extLst>
            </p:cNvPr>
            <p:cNvGrpSpPr/>
            <p:nvPr/>
          </p:nvGrpSpPr>
          <p:grpSpPr>
            <a:xfrm>
              <a:off x="6305126" y="3788829"/>
              <a:ext cx="400050" cy="400050"/>
              <a:chOff x="2933700" y="247650"/>
              <a:chExt cx="400050" cy="400050"/>
            </a:xfrm>
          </p:grpSpPr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2D678848-8B9D-5BB5-4B06-56D1080CFB32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椭圆 710">
                <a:extLst>
                  <a:ext uri="{FF2B5EF4-FFF2-40B4-BE49-F238E27FC236}">
                    <a16:creationId xmlns:a16="http://schemas.microsoft.com/office/drawing/2014/main" id="{C44ED406-B11D-8666-08CD-B430CC31A335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2" name="组合 711">
              <a:extLst>
                <a:ext uri="{FF2B5EF4-FFF2-40B4-BE49-F238E27FC236}">
                  <a16:creationId xmlns:a16="http://schemas.microsoft.com/office/drawing/2014/main" id="{8716CA73-CD85-4BF2-2C3C-14AC4114D148}"/>
                </a:ext>
              </a:extLst>
            </p:cNvPr>
            <p:cNvGrpSpPr/>
            <p:nvPr/>
          </p:nvGrpSpPr>
          <p:grpSpPr>
            <a:xfrm>
              <a:off x="6705176" y="3788828"/>
              <a:ext cx="400050" cy="400050"/>
              <a:chOff x="2933700" y="247650"/>
              <a:chExt cx="400050" cy="400050"/>
            </a:xfrm>
          </p:grpSpPr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FAF08884-97B2-9480-3B63-0D89661C3363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椭圆 713">
                <a:extLst>
                  <a:ext uri="{FF2B5EF4-FFF2-40B4-BE49-F238E27FC236}">
                    <a16:creationId xmlns:a16="http://schemas.microsoft.com/office/drawing/2014/main" id="{9ABE447E-515A-4934-2338-89585F13D00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5" name="组合 714">
              <a:extLst>
                <a:ext uri="{FF2B5EF4-FFF2-40B4-BE49-F238E27FC236}">
                  <a16:creationId xmlns:a16="http://schemas.microsoft.com/office/drawing/2014/main" id="{D5F8F891-2441-A4EC-12DB-1B775FFD509A}"/>
                </a:ext>
              </a:extLst>
            </p:cNvPr>
            <p:cNvGrpSpPr/>
            <p:nvPr/>
          </p:nvGrpSpPr>
          <p:grpSpPr>
            <a:xfrm>
              <a:off x="7105226" y="3788828"/>
              <a:ext cx="400050" cy="400050"/>
              <a:chOff x="2933700" y="247650"/>
              <a:chExt cx="400050" cy="400050"/>
            </a:xfrm>
          </p:grpSpPr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9C56FE56-26FF-0F68-95C0-AEDC604CBBB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7" name="椭圆 716">
                <a:extLst>
                  <a:ext uri="{FF2B5EF4-FFF2-40B4-BE49-F238E27FC236}">
                    <a16:creationId xmlns:a16="http://schemas.microsoft.com/office/drawing/2014/main" id="{CE0F1F80-FBD1-D238-DB94-7AE1A7E0BE4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8" name="组合 717">
              <a:extLst>
                <a:ext uri="{FF2B5EF4-FFF2-40B4-BE49-F238E27FC236}">
                  <a16:creationId xmlns:a16="http://schemas.microsoft.com/office/drawing/2014/main" id="{D67AC35B-CFDC-7DD6-905A-591D4E46B18F}"/>
                </a:ext>
              </a:extLst>
            </p:cNvPr>
            <p:cNvGrpSpPr/>
            <p:nvPr/>
          </p:nvGrpSpPr>
          <p:grpSpPr>
            <a:xfrm>
              <a:off x="7505276" y="3788828"/>
              <a:ext cx="400050" cy="400050"/>
              <a:chOff x="2933700" y="247650"/>
              <a:chExt cx="400050" cy="400050"/>
            </a:xfrm>
          </p:grpSpPr>
          <p:sp>
            <p:nvSpPr>
              <p:cNvPr id="719" name="矩形 718">
                <a:extLst>
                  <a:ext uri="{FF2B5EF4-FFF2-40B4-BE49-F238E27FC236}">
                    <a16:creationId xmlns:a16="http://schemas.microsoft.com/office/drawing/2014/main" id="{CF1E3974-59FC-936B-2BDC-50FD6D56074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0" name="椭圆 719">
                <a:extLst>
                  <a:ext uri="{FF2B5EF4-FFF2-40B4-BE49-F238E27FC236}">
                    <a16:creationId xmlns:a16="http://schemas.microsoft.com/office/drawing/2014/main" id="{3C4953F7-0B8C-6718-930C-3828291E350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1" name="组合 720">
              <a:extLst>
                <a:ext uri="{FF2B5EF4-FFF2-40B4-BE49-F238E27FC236}">
                  <a16:creationId xmlns:a16="http://schemas.microsoft.com/office/drawing/2014/main" id="{5DACEEF4-2799-714B-F32E-5D931F87C31D}"/>
                </a:ext>
              </a:extLst>
            </p:cNvPr>
            <p:cNvGrpSpPr/>
            <p:nvPr/>
          </p:nvGrpSpPr>
          <p:grpSpPr>
            <a:xfrm>
              <a:off x="7905326" y="3788828"/>
              <a:ext cx="400050" cy="400050"/>
              <a:chOff x="2933700" y="247650"/>
              <a:chExt cx="400050" cy="400050"/>
            </a:xfrm>
          </p:grpSpPr>
          <p:sp>
            <p:nvSpPr>
              <p:cNvPr id="722" name="矩形 721">
                <a:extLst>
                  <a:ext uri="{FF2B5EF4-FFF2-40B4-BE49-F238E27FC236}">
                    <a16:creationId xmlns:a16="http://schemas.microsoft.com/office/drawing/2014/main" id="{73554491-9B05-6F07-9614-CFDF1F72C0FD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3" name="椭圆 722">
                <a:extLst>
                  <a:ext uri="{FF2B5EF4-FFF2-40B4-BE49-F238E27FC236}">
                    <a16:creationId xmlns:a16="http://schemas.microsoft.com/office/drawing/2014/main" id="{47D047F6-772C-D2C5-AA33-134CD8AEAE57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4" name="组合 723">
              <a:extLst>
                <a:ext uri="{FF2B5EF4-FFF2-40B4-BE49-F238E27FC236}">
                  <a16:creationId xmlns:a16="http://schemas.microsoft.com/office/drawing/2014/main" id="{CB0621F5-228E-8E28-0C51-1F1C5D2F8870}"/>
                </a:ext>
              </a:extLst>
            </p:cNvPr>
            <p:cNvGrpSpPr/>
            <p:nvPr/>
          </p:nvGrpSpPr>
          <p:grpSpPr>
            <a:xfrm>
              <a:off x="8305376" y="3788827"/>
              <a:ext cx="400050" cy="400050"/>
              <a:chOff x="2933700" y="247650"/>
              <a:chExt cx="400050" cy="400050"/>
            </a:xfrm>
          </p:grpSpPr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C554581E-FE31-1541-B8D0-E3E7485F3D7D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椭圆 725">
                <a:extLst>
                  <a:ext uri="{FF2B5EF4-FFF2-40B4-BE49-F238E27FC236}">
                    <a16:creationId xmlns:a16="http://schemas.microsoft.com/office/drawing/2014/main" id="{EB30F087-2749-8128-B2C1-6821E85774C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7" name="组合 726">
              <a:extLst>
                <a:ext uri="{FF2B5EF4-FFF2-40B4-BE49-F238E27FC236}">
                  <a16:creationId xmlns:a16="http://schemas.microsoft.com/office/drawing/2014/main" id="{C6464D95-D391-8BF6-854F-4F304DC3A886}"/>
                </a:ext>
              </a:extLst>
            </p:cNvPr>
            <p:cNvGrpSpPr/>
            <p:nvPr/>
          </p:nvGrpSpPr>
          <p:grpSpPr>
            <a:xfrm>
              <a:off x="8705426" y="3788827"/>
              <a:ext cx="400050" cy="400050"/>
              <a:chOff x="2933700" y="247650"/>
              <a:chExt cx="400050" cy="400050"/>
            </a:xfrm>
          </p:grpSpPr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B854EDAC-5F99-6576-DA49-0B79B897940D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椭圆 728">
                <a:extLst>
                  <a:ext uri="{FF2B5EF4-FFF2-40B4-BE49-F238E27FC236}">
                    <a16:creationId xmlns:a16="http://schemas.microsoft.com/office/drawing/2014/main" id="{E5AA4368-2F3B-A28B-D64E-C9415CB5572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30" name="组合 729">
              <a:extLst>
                <a:ext uri="{FF2B5EF4-FFF2-40B4-BE49-F238E27FC236}">
                  <a16:creationId xmlns:a16="http://schemas.microsoft.com/office/drawing/2014/main" id="{3DC47891-2BEB-134E-F045-5AE73BFCD3F0}"/>
                </a:ext>
              </a:extLst>
            </p:cNvPr>
            <p:cNvGrpSpPr/>
            <p:nvPr/>
          </p:nvGrpSpPr>
          <p:grpSpPr>
            <a:xfrm>
              <a:off x="2704676" y="4188878"/>
              <a:ext cx="400050" cy="400050"/>
              <a:chOff x="2933700" y="247650"/>
              <a:chExt cx="400050" cy="400050"/>
            </a:xfrm>
          </p:grpSpPr>
          <p:sp>
            <p:nvSpPr>
              <p:cNvPr id="731" name="矩形 730">
                <a:extLst>
                  <a:ext uri="{FF2B5EF4-FFF2-40B4-BE49-F238E27FC236}">
                    <a16:creationId xmlns:a16="http://schemas.microsoft.com/office/drawing/2014/main" id="{2E2FB909-B259-D95B-33A4-2E6758E0A8B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2" name="椭圆 731">
                <a:extLst>
                  <a:ext uri="{FF2B5EF4-FFF2-40B4-BE49-F238E27FC236}">
                    <a16:creationId xmlns:a16="http://schemas.microsoft.com/office/drawing/2014/main" id="{50F4D69E-0A22-E009-57FB-77717D812717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33" name="组合 732">
              <a:extLst>
                <a:ext uri="{FF2B5EF4-FFF2-40B4-BE49-F238E27FC236}">
                  <a16:creationId xmlns:a16="http://schemas.microsoft.com/office/drawing/2014/main" id="{43DFF1AC-2648-B236-0383-DBB155CD073D}"/>
                </a:ext>
              </a:extLst>
            </p:cNvPr>
            <p:cNvGrpSpPr/>
            <p:nvPr/>
          </p:nvGrpSpPr>
          <p:grpSpPr>
            <a:xfrm>
              <a:off x="3104726" y="4188878"/>
              <a:ext cx="400050" cy="400050"/>
              <a:chOff x="2933700" y="247650"/>
              <a:chExt cx="400050" cy="400050"/>
            </a:xfrm>
          </p:grpSpPr>
          <p:sp>
            <p:nvSpPr>
              <p:cNvPr id="734" name="矩形 733">
                <a:extLst>
                  <a:ext uri="{FF2B5EF4-FFF2-40B4-BE49-F238E27FC236}">
                    <a16:creationId xmlns:a16="http://schemas.microsoft.com/office/drawing/2014/main" id="{47566DD0-3005-00D2-8C28-4169578096CD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5" name="椭圆 734">
                <a:extLst>
                  <a:ext uri="{FF2B5EF4-FFF2-40B4-BE49-F238E27FC236}">
                    <a16:creationId xmlns:a16="http://schemas.microsoft.com/office/drawing/2014/main" id="{FD1A7243-15A8-6651-9505-3E9605F36B9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E8ADC3A9-C8F6-50A2-0436-C59DD79549A1}"/>
                </a:ext>
              </a:extLst>
            </p:cNvPr>
            <p:cNvGrpSpPr/>
            <p:nvPr/>
          </p:nvGrpSpPr>
          <p:grpSpPr>
            <a:xfrm>
              <a:off x="3504776" y="4188877"/>
              <a:ext cx="400050" cy="400050"/>
              <a:chOff x="2933700" y="247650"/>
              <a:chExt cx="400050" cy="400050"/>
            </a:xfrm>
          </p:grpSpPr>
          <p:sp>
            <p:nvSpPr>
              <p:cNvPr id="737" name="矩形 736">
                <a:extLst>
                  <a:ext uri="{FF2B5EF4-FFF2-40B4-BE49-F238E27FC236}">
                    <a16:creationId xmlns:a16="http://schemas.microsoft.com/office/drawing/2014/main" id="{DEFA214A-2AAE-0BB5-EAC5-78141AF28DB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8" name="椭圆 737">
                <a:extLst>
                  <a:ext uri="{FF2B5EF4-FFF2-40B4-BE49-F238E27FC236}">
                    <a16:creationId xmlns:a16="http://schemas.microsoft.com/office/drawing/2014/main" id="{E85FB707-F5A8-1416-C040-2A48E216775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39" name="组合 738">
              <a:extLst>
                <a:ext uri="{FF2B5EF4-FFF2-40B4-BE49-F238E27FC236}">
                  <a16:creationId xmlns:a16="http://schemas.microsoft.com/office/drawing/2014/main" id="{9294FE81-76AD-9064-15FC-6E6F9E65D1DC}"/>
                </a:ext>
              </a:extLst>
            </p:cNvPr>
            <p:cNvGrpSpPr/>
            <p:nvPr/>
          </p:nvGrpSpPr>
          <p:grpSpPr>
            <a:xfrm>
              <a:off x="3904826" y="4188877"/>
              <a:ext cx="400050" cy="400050"/>
              <a:chOff x="2933700" y="247650"/>
              <a:chExt cx="400050" cy="400050"/>
            </a:xfrm>
          </p:grpSpPr>
          <p:sp>
            <p:nvSpPr>
              <p:cNvPr id="740" name="矩形 739">
                <a:extLst>
                  <a:ext uri="{FF2B5EF4-FFF2-40B4-BE49-F238E27FC236}">
                    <a16:creationId xmlns:a16="http://schemas.microsoft.com/office/drawing/2014/main" id="{788A8004-51C6-692F-F550-F163FB082BBC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1" name="椭圆 740">
                <a:extLst>
                  <a:ext uri="{FF2B5EF4-FFF2-40B4-BE49-F238E27FC236}">
                    <a16:creationId xmlns:a16="http://schemas.microsoft.com/office/drawing/2014/main" id="{3D1D5316-B06B-2B9E-7CA7-A953223FA37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2" name="组合 741">
              <a:extLst>
                <a:ext uri="{FF2B5EF4-FFF2-40B4-BE49-F238E27FC236}">
                  <a16:creationId xmlns:a16="http://schemas.microsoft.com/office/drawing/2014/main" id="{FF281A46-F217-62E7-B136-FE244A084112}"/>
                </a:ext>
              </a:extLst>
            </p:cNvPr>
            <p:cNvGrpSpPr/>
            <p:nvPr/>
          </p:nvGrpSpPr>
          <p:grpSpPr>
            <a:xfrm>
              <a:off x="4304876" y="4188877"/>
              <a:ext cx="400050" cy="400050"/>
              <a:chOff x="2933700" y="247650"/>
              <a:chExt cx="400050" cy="400050"/>
            </a:xfrm>
          </p:grpSpPr>
          <p:sp>
            <p:nvSpPr>
              <p:cNvPr id="743" name="矩形 742">
                <a:extLst>
                  <a:ext uri="{FF2B5EF4-FFF2-40B4-BE49-F238E27FC236}">
                    <a16:creationId xmlns:a16="http://schemas.microsoft.com/office/drawing/2014/main" id="{F99B041F-BCC3-E0A6-A540-A5B8EFD81AB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4" name="椭圆 743">
                <a:extLst>
                  <a:ext uri="{FF2B5EF4-FFF2-40B4-BE49-F238E27FC236}">
                    <a16:creationId xmlns:a16="http://schemas.microsoft.com/office/drawing/2014/main" id="{02C682EF-81B9-54D4-48C9-097AF7AFBE4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5" name="组合 744">
              <a:extLst>
                <a:ext uri="{FF2B5EF4-FFF2-40B4-BE49-F238E27FC236}">
                  <a16:creationId xmlns:a16="http://schemas.microsoft.com/office/drawing/2014/main" id="{17D9A90D-3D5A-0A9B-477A-1A10D5CEE6A3}"/>
                </a:ext>
              </a:extLst>
            </p:cNvPr>
            <p:cNvGrpSpPr/>
            <p:nvPr/>
          </p:nvGrpSpPr>
          <p:grpSpPr>
            <a:xfrm>
              <a:off x="4704926" y="4188877"/>
              <a:ext cx="400050" cy="400050"/>
              <a:chOff x="2933700" y="247650"/>
              <a:chExt cx="400050" cy="400050"/>
            </a:xfrm>
          </p:grpSpPr>
          <p:sp>
            <p:nvSpPr>
              <p:cNvPr id="746" name="矩形 745">
                <a:extLst>
                  <a:ext uri="{FF2B5EF4-FFF2-40B4-BE49-F238E27FC236}">
                    <a16:creationId xmlns:a16="http://schemas.microsoft.com/office/drawing/2014/main" id="{A65ECF70-61A3-CE73-2756-BE0780B5554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7" name="椭圆 746">
                <a:extLst>
                  <a:ext uri="{FF2B5EF4-FFF2-40B4-BE49-F238E27FC236}">
                    <a16:creationId xmlns:a16="http://schemas.microsoft.com/office/drawing/2014/main" id="{FDA581AB-B981-6A7F-64BB-483E47383AA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8" name="组合 747">
              <a:extLst>
                <a:ext uri="{FF2B5EF4-FFF2-40B4-BE49-F238E27FC236}">
                  <a16:creationId xmlns:a16="http://schemas.microsoft.com/office/drawing/2014/main" id="{C0086717-20C0-09EF-B301-109C9A321D5A}"/>
                </a:ext>
              </a:extLst>
            </p:cNvPr>
            <p:cNvGrpSpPr/>
            <p:nvPr/>
          </p:nvGrpSpPr>
          <p:grpSpPr>
            <a:xfrm>
              <a:off x="5104976" y="4188876"/>
              <a:ext cx="400050" cy="400050"/>
              <a:chOff x="2933700" y="247650"/>
              <a:chExt cx="400050" cy="400050"/>
            </a:xfrm>
          </p:grpSpPr>
          <p:sp>
            <p:nvSpPr>
              <p:cNvPr id="749" name="矩形 748">
                <a:extLst>
                  <a:ext uri="{FF2B5EF4-FFF2-40B4-BE49-F238E27FC236}">
                    <a16:creationId xmlns:a16="http://schemas.microsoft.com/office/drawing/2014/main" id="{AF26CB46-6820-0CDC-7FCC-0A85B8DFF63D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0" name="椭圆 749">
                <a:extLst>
                  <a:ext uri="{FF2B5EF4-FFF2-40B4-BE49-F238E27FC236}">
                    <a16:creationId xmlns:a16="http://schemas.microsoft.com/office/drawing/2014/main" id="{AE353609-4050-9071-7B50-19B518252F0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1" name="组合 750">
              <a:extLst>
                <a:ext uri="{FF2B5EF4-FFF2-40B4-BE49-F238E27FC236}">
                  <a16:creationId xmlns:a16="http://schemas.microsoft.com/office/drawing/2014/main" id="{6DAD4143-CAE9-F522-F8AD-A2ECA0B04504}"/>
                </a:ext>
              </a:extLst>
            </p:cNvPr>
            <p:cNvGrpSpPr/>
            <p:nvPr/>
          </p:nvGrpSpPr>
          <p:grpSpPr>
            <a:xfrm>
              <a:off x="5505026" y="4188876"/>
              <a:ext cx="400050" cy="400050"/>
              <a:chOff x="2933700" y="247650"/>
              <a:chExt cx="400050" cy="400050"/>
            </a:xfrm>
          </p:grpSpPr>
          <p:sp>
            <p:nvSpPr>
              <p:cNvPr id="752" name="矩形 751">
                <a:extLst>
                  <a:ext uri="{FF2B5EF4-FFF2-40B4-BE49-F238E27FC236}">
                    <a16:creationId xmlns:a16="http://schemas.microsoft.com/office/drawing/2014/main" id="{6C1080EB-538D-6E5E-9557-7DA2867C916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3" name="椭圆 752">
                <a:extLst>
                  <a:ext uri="{FF2B5EF4-FFF2-40B4-BE49-F238E27FC236}">
                    <a16:creationId xmlns:a16="http://schemas.microsoft.com/office/drawing/2014/main" id="{237F0E5B-EC91-6DFC-A838-DDE8A934CDD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4" name="组合 753">
              <a:extLst>
                <a:ext uri="{FF2B5EF4-FFF2-40B4-BE49-F238E27FC236}">
                  <a16:creationId xmlns:a16="http://schemas.microsoft.com/office/drawing/2014/main" id="{13628263-B783-232E-F0BD-212E7A303CF7}"/>
                </a:ext>
              </a:extLst>
            </p:cNvPr>
            <p:cNvGrpSpPr/>
            <p:nvPr/>
          </p:nvGrpSpPr>
          <p:grpSpPr>
            <a:xfrm>
              <a:off x="5905076" y="4188877"/>
              <a:ext cx="400050" cy="400050"/>
              <a:chOff x="2933700" y="247650"/>
              <a:chExt cx="400050" cy="400050"/>
            </a:xfrm>
          </p:grpSpPr>
          <p:sp>
            <p:nvSpPr>
              <p:cNvPr id="755" name="矩形 754">
                <a:extLst>
                  <a:ext uri="{FF2B5EF4-FFF2-40B4-BE49-F238E27FC236}">
                    <a16:creationId xmlns:a16="http://schemas.microsoft.com/office/drawing/2014/main" id="{67CA5E75-8710-F6A7-4536-D3AF1642536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6" name="椭圆 755">
                <a:extLst>
                  <a:ext uri="{FF2B5EF4-FFF2-40B4-BE49-F238E27FC236}">
                    <a16:creationId xmlns:a16="http://schemas.microsoft.com/office/drawing/2014/main" id="{9804AAE7-AC6D-43E1-01C4-6D0FDF214F9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7" name="组合 756">
              <a:extLst>
                <a:ext uri="{FF2B5EF4-FFF2-40B4-BE49-F238E27FC236}">
                  <a16:creationId xmlns:a16="http://schemas.microsoft.com/office/drawing/2014/main" id="{9626F9D9-73D0-6939-E0FD-A723067FF256}"/>
                </a:ext>
              </a:extLst>
            </p:cNvPr>
            <p:cNvGrpSpPr/>
            <p:nvPr/>
          </p:nvGrpSpPr>
          <p:grpSpPr>
            <a:xfrm>
              <a:off x="6305126" y="4188877"/>
              <a:ext cx="400050" cy="400050"/>
              <a:chOff x="2933700" y="247650"/>
              <a:chExt cx="400050" cy="400050"/>
            </a:xfrm>
          </p:grpSpPr>
          <p:sp>
            <p:nvSpPr>
              <p:cNvPr id="758" name="矩形 757">
                <a:extLst>
                  <a:ext uri="{FF2B5EF4-FFF2-40B4-BE49-F238E27FC236}">
                    <a16:creationId xmlns:a16="http://schemas.microsoft.com/office/drawing/2014/main" id="{82568CEC-1CAC-C636-9023-CDE4334601C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9" name="椭圆 758">
                <a:extLst>
                  <a:ext uri="{FF2B5EF4-FFF2-40B4-BE49-F238E27FC236}">
                    <a16:creationId xmlns:a16="http://schemas.microsoft.com/office/drawing/2014/main" id="{26F042B2-904F-FF28-7F18-7AAA1CFB4CCE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0" name="组合 759">
              <a:extLst>
                <a:ext uri="{FF2B5EF4-FFF2-40B4-BE49-F238E27FC236}">
                  <a16:creationId xmlns:a16="http://schemas.microsoft.com/office/drawing/2014/main" id="{E190BFCD-2692-7444-BDB9-2509325D8D30}"/>
                </a:ext>
              </a:extLst>
            </p:cNvPr>
            <p:cNvGrpSpPr/>
            <p:nvPr/>
          </p:nvGrpSpPr>
          <p:grpSpPr>
            <a:xfrm>
              <a:off x="6705176" y="4188876"/>
              <a:ext cx="400050" cy="400050"/>
              <a:chOff x="2933700" y="247650"/>
              <a:chExt cx="400050" cy="400050"/>
            </a:xfrm>
          </p:grpSpPr>
          <p:sp>
            <p:nvSpPr>
              <p:cNvPr id="761" name="矩形 760">
                <a:extLst>
                  <a:ext uri="{FF2B5EF4-FFF2-40B4-BE49-F238E27FC236}">
                    <a16:creationId xmlns:a16="http://schemas.microsoft.com/office/drawing/2014/main" id="{47D70452-D039-083D-B75E-2F5EF87F7B5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2" name="椭圆 761">
                <a:extLst>
                  <a:ext uri="{FF2B5EF4-FFF2-40B4-BE49-F238E27FC236}">
                    <a16:creationId xmlns:a16="http://schemas.microsoft.com/office/drawing/2014/main" id="{5C9B6732-45C3-BEC0-0994-D9E59A729BA5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3" name="组合 762">
              <a:extLst>
                <a:ext uri="{FF2B5EF4-FFF2-40B4-BE49-F238E27FC236}">
                  <a16:creationId xmlns:a16="http://schemas.microsoft.com/office/drawing/2014/main" id="{F342E2DD-8A27-77AA-F68F-AFEE0FFB56BA}"/>
                </a:ext>
              </a:extLst>
            </p:cNvPr>
            <p:cNvGrpSpPr/>
            <p:nvPr/>
          </p:nvGrpSpPr>
          <p:grpSpPr>
            <a:xfrm>
              <a:off x="7105226" y="4188876"/>
              <a:ext cx="400050" cy="400050"/>
              <a:chOff x="2933700" y="247650"/>
              <a:chExt cx="400050" cy="400050"/>
            </a:xfrm>
          </p:grpSpPr>
          <p:sp>
            <p:nvSpPr>
              <p:cNvPr id="764" name="矩形 763">
                <a:extLst>
                  <a:ext uri="{FF2B5EF4-FFF2-40B4-BE49-F238E27FC236}">
                    <a16:creationId xmlns:a16="http://schemas.microsoft.com/office/drawing/2014/main" id="{377697B1-8DF4-81B8-C6B6-07246915FA4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5" name="椭圆 764">
                <a:extLst>
                  <a:ext uri="{FF2B5EF4-FFF2-40B4-BE49-F238E27FC236}">
                    <a16:creationId xmlns:a16="http://schemas.microsoft.com/office/drawing/2014/main" id="{127326AA-52BD-BEA1-F31D-513FC8A5A12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6" name="组合 765">
              <a:extLst>
                <a:ext uri="{FF2B5EF4-FFF2-40B4-BE49-F238E27FC236}">
                  <a16:creationId xmlns:a16="http://schemas.microsoft.com/office/drawing/2014/main" id="{EC6603CA-D86D-F1FB-4219-00DF41D1E385}"/>
                </a:ext>
              </a:extLst>
            </p:cNvPr>
            <p:cNvGrpSpPr/>
            <p:nvPr/>
          </p:nvGrpSpPr>
          <p:grpSpPr>
            <a:xfrm>
              <a:off x="7505276" y="4188876"/>
              <a:ext cx="400050" cy="400050"/>
              <a:chOff x="2933700" y="247650"/>
              <a:chExt cx="400050" cy="400050"/>
            </a:xfrm>
          </p:grpSpPr>
          <p:sp>
            <p:nvSpPr>
              <p:cNvPr id="767" name="矩形 766">
                <a:extLst>
                  <a:ext uri="{FF2B5EF4-FFF2-40B4-BE49-F238E27FC236}">
                    <a16:creationId xmlns:a16="http://schemas.microsoft.com/office/drawing/2014/main" id="{E788C93F-C852-809C-53C2-8302E55008F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8" name="椭圆 767">
                <a:extLst>
                  <a:ext uri="{FF2B5EF4-FFF2-40B4-BE49-F238E27FC236}">
                    <a16:creationId xmlns:a16="http://schemas.microsoft.com/office/drawing/2014/main" id="{E8DE4B9D-5EEF-8DED-10D7-9D88DAABCEC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9" name="组合 768">
              <a:extLst>
                <a:ext uri="{FF2B5EF4-FFF2-40B4-BE49-F238E27FC236}">
                  <a16:creationId xmlns:a16="http://schemas.microsoft.com/office/drawing/2014/main" id="{C249D4E0-1C68-2A23-7B09-5990E8845772}"/>
                </a:ext>
              </a:extLst>
            </p:cNvPr>
            <p:cNvGrpSpPr/>
            <p:nvPr/>
          </p:nvGrpSpPr>
          <p:grpSpPr>
            <a:xfrm>
              <a:off x="7905326" y="4188876"/>
              <a:ext cx="400050" cy="400050"/>
              <a:chOff x="2933700" y="247650"/>
              <a:chExt cx="400050" cy="400050"/>
            </a:xfrm>
          </p:grpSpPr>
          <p:sp>
            <p:nvSpPr>
              <p:cNvPr id="770" name="矩形 769">
                <a:extLst>
                  <a:ext uri="{FF2B5EF4-FFF2-40B4-BE49-F238E27FC236}">
                    <a16:creationId xmlns:a16="http://schemas.microsoft.com/office/drawing/2014/main" id="{5889A8C9-5440-3643-6ED4-E416B127C1D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1" name="椭圆 770">
                <a:extLst>
                  <a:ext uri="{FF2B5EF4-FFF2-40B4-BE49-F238E27FC236}">
                    <a16:creationId xmlns:a16="http://schemas.microsoft.com/office/drawing/2014/main" id="{E6C8B97D-DC7D-3BA4-7A58-48D27D1576C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72" name="组合 771">
              <a:extLst>
                <a:ext uri="{FF2B5EF4-FFF2-40B4-BE49-F238E27FC236}">
                  <a16:creationId xmlns:a16="http://schemas.microsoft.com/office/drawing/2014/main" id="{68B7EBAE-96FC-701A-6B6F-42A06B186AB2}"/>
                </a:ext>
              </a:extLst>
            </p:cNvPr>
            <p:cNvGrpSpPr/>
            <p:nvPr/>
          </p:nvGrpSpPr>
          <p:grpSpPr>
            <a:xfrm>
              <a:off x="8305376" y="4188875"/>
              <a:ext cx="400050" cy="400050"/>
              <a:chOff x="2933700" y="247650"/>
              <a:chExt cx="400050" cy="400050"/>
            </a:xfrm>
          </p:grpSpPr>
          <p:sp>
            <p:nvSpPr>
              <p:cNvPr id="773" name="矩形 772">
                <a:extLst>
                  <a:ext uri="{FF2B5EF4-FFF2-40B4-BE49-F238E27FC236}">
                    <a16:creationId xmlns:a16="http://schemas.microsoft.com/office/drawing/2014/main" id="{481F6AE2-A63B-308F-A185-AF293FAABA3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4" name="椭圆 773">
                <a:extLst>
                  <a:ext uri="{FF2B5EF4-FFF2-40B4-BE49-F238E27FC236}">
                    <a16:creationId xmlns:a16="http://schemas.microsoft.com/office/drawing/2014/main" id="{B3D92199-E512-0E86-0196-9FAA7CCE87B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75" name="组合 774">
              <a:extLst>
                <a:ext uri="{FF2B5EF4-FFF2-40B4-BE49-F238E27FC236}">
                  <a16:creationId xmlns:a16="http://schemas.microsoft.com/office/drawing/2014/main" id="{243A3528-B427-DAA0-AEC2-92A88161A1B2}"/>
                </a:ext>
              </a:extLst>
            </p:cNvPr>
            <p:cNvGrpSpPr/>
            <p:nvPr/>
          </p:nvGrpSpPr>
          <p:grpSpPr>
            <a:xfrm>
              <a:off x="8705426" y="4188875"/>
              <a:ext cx="400050" cy="400050"/>
              <a:chOff x="2933700" y="247650"/>
              <a:chExt cx="400050" cy="400050"/>
            </a:xfrm>
          </p:grpSpPr>
          <p:sp>
            <p:nvSpPr>
              <p:cNvPr id="776" name="矩形 775">
                <a:extLst>
                  <a:ext uri="{FF2B5EF4-FFF2-40B4-BE49-F238E27FC236}">
                    <a16:creationId xmlns:a16="http://schemas.microsoft.com/office/drawing/2014/main" id="{CD9AAECF-AC63-8F4E-4A9A-AD7596EBBEE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7" name="椭圆 776">
                <a:extLst>
                  <a:ext uri="{FF2B5EF4-FFF2-40B4-BE49-F238E27FC236}">
                    <a16:creationId xmlns:a16="http://schemas.microsoft.com/office/drawing/2014/main" id="{1C7A1F4C-F3C8-B3BF-FC26-6ABEC46131D5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78" name="组合 777">
              <a:extLst>
                <a:ext uri="{FF2B5EF4-FFF2-40B4-BE49-F238E27FC236}">
                  <a16:creationId xmlns:a16="http://schemas.microsoft.com/office/drawing/2014/main" id="{32483B9E-4259-809B-1AF2-AB9FB2B3063D}"/>
                </a:ext>
              </a:extLst>
            </p:cNvPr>
            <p:cNvGrpSpPr/>
            <p:nvPr/>
          </p:nvGrpSpPr>
          <p:grpSpPr>
            <a:xfrm>
              <a:off x="2704676" y="4588926"/>
              <a:ext cx="400050" cy="400050"/>
              <a:chOff x="2933700" y="247650"/>
              <a:chExt cx="400050" cy="400050"/>
            </a:xfrm>
          </p:grpSpPr>
          <p:sp>
            <p:nvSpPr>
              <p:cNvPr id="779" name="矩形 778">
                <a:extLst>
                  <a:ext uri="{FF2B5EF4-FFF2-40B4-BE49-F238E27FC236}">
                    <a16:creationId xmlns:a16="http://schemas.microsoft.com/office/drawing/2014/main" id="{2FE68EAE-D523-BF6E-D28E-2B9BAC4BDE95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0" name="椭圆 779">
                <a:extLst>
                  <a:ext uri="{FF2B5EF4-FFF2-40B4-BE49-F238E27FC236}">
                    <a16:creationId xmlns:a16="http://schemas.microsoft.com/office/drawing/2014/main" id="{BBAF46D9-1603-8B1E-0037-DB621D9561F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1" name="组合 780">
              <a:extLst>
                <a:ext uri="{FF2B5EF4-FFF2-40B4-BE49-F238E27FC236}">
                  <a16:creationId xmlns:a16="http://schemas.microsoft.com/office/drawing/2014/main" id="{42E3C939-2FBD-7DC8-DD8F-D11E1AED0414}"/>
                </a:ext>
              </a:extLst>
            </p:cNvPr>
            <p:cNvGrpSpPr/>
            <p:nvPr/>
          </p:nvGrpSpPr>
          <p:grpSpPr>
            <a:xfrm>
              <a:off x="3104726" y="4588926"/>
              <a:ext cx="400050" cy="400050"/>
              <a:chOff x="2933700" y="247650"/>
              <a:chExt cx="400050" cy="400050"/>
            </a:xfrm>
          </p:grpSpPr>
          <p:sp>
            <p:nvSpPr>
              <p:cNvPr id="782" name="矩形 781">
                <a:extLst>
                  <a:ext uri="{FF2B5EF4-FFF2-40B4-BE49-F238E27FC236}">
                    <a16:creationId xmlns:a16="http://schemas.microsoft.com/office/drawing/2014/main" id="{A357DC56-8750-EE78-4689-8AA64415055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3" name="椭圆 782">
                <a:extLst>
                  <a:ext uri="{FF2B5EF4-FFF2-40B4-BE49-F238E27FC236}">
                    <a16:creationId xmlns:a16="http://schemas.microsoft.com/office/drawing/2014/main" id="{5BE429B6-98A6-71D5-4BF7-A1E9E374557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4" name="组合 783">
              <a:extLst>
                <a:ext uri="{FF2B5EF4-FFF2-40B4-BE49-F238E27FC236}">
                  <a16:creationId xmlns:a16="http://schemas.microsoft.com/office/drawing/2014/main" id="{998950FD-D60C-5D78-DA62-D956F31A16DC}"/>
                </a:ext>
              </a:extLst>
            </p:cNvPr>
            <p:cNvGrpSpPr/>
            <p:nvPr/>
          </p:nvGrpSpPr>
          <p:grpSpPr>
            <a:xfrm>
              <a:off x="3504776" y="4588925"/>
              <a:ext cx="400050" cy="400050"/>
              <a:chOff x="2933700" y="247650"/>
              <a:chExt cx="400050" cy="400050"/>
            </a:xfrm>
          </p:grpSpPr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910C3F87-1509-97C6-69DF-D46686252339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椭圆 785">
                <a:extLst>
                  <a:ext uri="{FF2B5EF4-FFF2-40B4-BE49-F238E27FC236}">
                    <a16:creationId xmlns:a16="http://schemas.microsoft.com/office/drawing/2014/main" id="{E883A958-3008-9642-5B57-DB37BF73993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7" name="组合 786">
              <a:extLst>
                <a:ext uri="{FF2B5EF4-FFF2-40B4-BE49-F238E27FC236}">
                  <a16:creationId xmlns:a16="http://schemas.microsoft.com/office/drawing/2014/main" id="{15E8C939-09C0-3E19-1D62-35A8E252B5B3}"/>
                </a:ext>
              </a:extLst>
            </p:cNvPr>
            <p:cNvGrpSpPr/>
            <p:nvPr/>
          </p:nvGrpSpPr>
          <p:grpSpPr>
            <a:xfrm>
              <a:off x="3904826" y="4588925"/>
              <a:ext cx="400050" cy="400050"/>
              <a:chOff x="2933700" y="247650"/>
              <a:chExt cx="400050" cy="400050"/>
            </a:xfrm>
          </p:grpSpPr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DDAC1D03-1A41-3312-5FEC-386021BE64A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椭圆 788">
                <a:extLst>
                  <a:ext uri="{FF2B5EF4-FFF2-40B4-BE49-F238E27FC236}">
                    <a16:creationId xmlns:a16="http://schemas.microsoft.com/office/drawing/2014/main" id="{3EE23670-4C51-9A3A-554A-DF88B6C6DEB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0" name="组合 789">
              <a:extLst>
                <a:ext uri="{FF2B5EF4-FFF2-40B4-BE49-F238E27FC236}">
                  <a16:creationId xmlns:a16="http://schemas.microsoft.com/office/drawing/2014/main" id="{F83385FE-A851-8514-53AD-2B40EC20074A}"/>
                </a:ext>
              </a:extLst>
            </p:cNvPr>
            <p:cNvGrpSpPr/>
            <p:nvPr/>
          </p:nvGrpSpPr>
          <p:grpSpPr>
            <a:xfrm>
              <a:off x="4304876" y="4588925"/>
              <a:ext cx="400050" cy="400050"/>
              <a:chOff x="2933700" y="247650"/>
              <a:chExt cx="400050" cy="400050"/>
            </a:xfrm>
          </p:grpSpPr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A4D3BB1F-1D7A-F7E9-143D-4A717DE34378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椭圆 791">
                <a:extLst>
                  <a:ext uri="{FF2B5EF4-FFF2-40B4-BE49-F238E27FC236}">
                    <a16:creationId xmlns:a16="http://schemas.microsoft.com/office/drawing/2014/main" id="{382F53D3-0845-4FE6-65E2-2E6CDDEE9561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3" name="组合 792">
              <a:extLst>
                <a:ext uri="{FF2B5EF4-FFF2-40B4-BE49-F238E27FC236}">
                  <a16:creationId xmlns:a16="http://schemas.microsoft.com/office/drawing/2014/main" id="{0EFA9B8B-FD34-B5B9-F0AB-F5535EF7E693}"/>
                </a:ext>
              </a:extLst>
            </p:cNvPr>
            <p:cNvGrpSpPr/>
            <p:nvPr/>
          </p:nvGrpSpPr>
          <p:grpSpPr>
            <a:xfrm>
              <a:off x="4704926" y="4588925"/>
              <a:ext cx="400050" cy="400050"/>
              <a:chOff x="2933700" y="247650"/>
              <a:chExt cx="400050" cy="400050"/>
            </a:xfrm>
          </p:grpSpPr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21FB0BE3-16A3-AE83-C702-FCBFC9C6FEA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椭圆 794">
                <a:extLst>
                  <a:ext uri="{FF2B5EF4-FFF2-40B4-BE49-F238E27FC236}">
                    <a16:creationId xmlns:a16="http://schemas.microsoft.com/office/drawing/2014/main" id="{F61A4308-566D-4F9E-084F-11082B925EE2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6" name="组合 795">
              <a:extLst>
                <a:ext uri="{FF2B5EF4-FFF2-40B4-BE49-F238E27FC236}">
                  <a16:creationId xmlns:a16="http://schemas.microsoft.com/office/drawing/2014/main" id="{C43B9274-C43F-7C12-2051-D2862319FE44}"/>
                </a:ext>
              </a:extLst>
            </p:cNvPr>
            <p:cNvGrpSpPr/>
            <p:nvPr/>
          </p:nvGrpSpPr>
          <p:grpSpPr>
            <a:xfrm>
              <a:off x="5104976" y="4588924"/>
              <a:ext cx="400050" cy="400050"/>
              <a:chOff x="2933700" y="247650"/>
              <a:chExt cx="400050" cy="400050"/>
            </a:xfrm>
          </p:grpSpPr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B2FF64EA-0BBA-7800-B598-81593017273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椭圆 797">
                <a:extLst>
                  <a:ext uri="{FF2B5EF4-FFF2-40B4-BE49-F238E27FC236}">
                    <a16:creationId xmlns:a16="http://schemas.microsoft.com/office/drawing/2014/main" id="{B14A1D9C-0B5B-404A-33CF-93F5250FEC8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9" name="组合 798">
              <a:extLst>
                <a:ext uri="{FF2B5EF4-FFF2-40B4-BE49-F238E27FC236}">
                  <a16:creationId xmlns:a16="http://schemas.microsoft.com/office/drawing/2014/main" id="{DDF45322-0F14-0A85-EF75-96D62B7800E0}"/>
                </a:ext>
              </a:extLst>
            </p:cNvPr>
            <p:cNvGrpSpPr/>
            <p:nvPr/>
          </p:nvGrpSpPr>
          <p:grpSpPr>
            <a:xfrm>
              <a:off x="5505026" y="4588924"/>
              <a:ext cx="400050" cy="400050"/>
              <a:chOff x="2933700" y="247650"/>
              <a:chExt cx="400050" cy="400050"/>
            </a:xfrm>
          </p:grpSpPr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302A8C5-58C7-C4D4-DD87-5FEBB2DC6B0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椭圆 800">
                <a:extLst>
                  <a:ext uri="{FF2B5EF4-FFF2-40B4-BE49-F238E27FC236}">
                    <a16:creationId xmlns:a16="http://schemas.microsoft.com/office/drawing/2014/main" id="{7BEF2A56-F7EE-C55A-F0E9-282B9B428E24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2" name="组合 801">
              <a:extLst>
                <a:ext uri="{FF2B5EF4-FFF2-40B4-BE49-F238E27FC236}">
                  <a16:creationId xmlns:a16="http://schemas.microsoft.com/office/drawing/2014/main" id="{538FA7B0-44D8-DF36-3E89-487059F580DC}"/>
                </a:ext>
              </a:extLst>
            </p:cNvPr>
            <p:cNvGrpSpPr/>
            <p:nvPr/>
          </p:nvGrpSpPr>
          <p:grpSpPr>
            <a:xfrm>
              <a:off x="5905076" y="4588925"/>
              <a:ext cx="400050" cy="400050"/>
              <a:chOff x="2933700" y="247650"/>
              <a:chExt cx="400050" cy="400050"/>
            </a:xfrm>
          </p:grpSpPr>
          <p:sp>
            <p:nvSpPr>
              <p:cNvPr id="803" name="矩形 802">
                <a:extLst>
                  <a:ext uri="{FF2B5EF4-FFF2-40B4-BE49-F238E27FC236}">
                    <a16:creationId xmlns:a16="http://schemas.microsoft.com/office/drawing/2014/main" id="{205532B2-4C62-5E2F-012D-0FCD13D73C3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4" name="椭圆 803">
                <a:extLst>
                  <a:ext uri="{FF2B5EF4-FFF2-40B4-BE49-F238E27FC236}">
                    <a16:creationId xmlns:a16="http://schemas.microsoft.com/office/drawing/2014/main" id="{CC82580B-B8C4-0CB8-3F20-CB226AE0FE2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5" name="组合 804">
              <a:extLst>
                <a:ext uri="{FF2B5EF4-FFF2-40B4-BE49-F238E27FC236}">
                  <a16:creationId xmlns:a16="http://schemas.microsoft.com/office/drawing/2014/main" id="{1C502D37-4726-860F-69F6-AAADC2ED0056}"/>
                </a:ext>
              </a:extLst>
            </p:cNvPr>
            <p:cNvGrpSpPr/>
            <p:nvPr/>
          </p:nvGrpSpPr>
          <p:grpSpPr>
            <a:xfrm>
              <a:off x="6305126" y="4588925"/>
              <a:ext cx="400050" cy="400050"/>
              <a:chOff x="2933700" y="247650"/>
              <a:chExt cx="400050" cy="400050"/>
            </a:xfrm>
          </p:grpSpPr>
          <p:sp>
            <p:nvSpPr>
              <p:cNvPr id="806" name="矩形 805">
                <a:extLst>
                  <a:ext uri="{FF2B5EF4-FFF2-40B4-BE49-F238E27FC236}">
                    <a16:creationId xmlns:a16="http://schemas.microsoft.com/office/drawing/2014/main" id="{9692D9CB-F246-0462-DACF-BFCD99CD0B3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7" name="椭圆 806">
                <a:extLst>
                  <a:ext uri="{FF2B5EF4-FFF2-40B4-BE49-F238E27FC236}">
                    <a16:creationId xmlns:a16="http://schemas.microsoft.com/office/drawing/2014/main" id="{E2E9E3F2-9847-A108-8705-F85AF7A79A1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8" name="组合 807">
              <a:extLst>
                <a:ext uri="{FF2B5EF4-FFF2-40B4-BE49-F238E27FC236}">
                  <a16:creationId xmlns:a16="http://schemas.microsoft.com/office/drawing/2014/main" id="{90437CED-DD4B-0023-3DC8-E3C6E78454EE}"/>
                </a:ext>
              </a:extLst>
            </p:cNvPr>
            <p:cNvGrpSpPr/>
            <p:nvPr/>
          </p:nvGrpSpPr>
          <p:grpSpPr>
            <a:xfrm>
              <a:off x="6705176" y="4588924"/>
              <a:ext cx="400050" cy="400050"/>
              <a:chOff x="2933700" y="247650"/>
              <a:chExt cx="400050" cy="400050"/>
            </a:xfrm>
          </p:grpSpPr>
          <p:sp>
            <p:nvSpPr>
              <p:cNvPr id="809" name="矩形 808">
                <a:extLst>
                  <a:ext uri="{FF2B5EF4-FFF2-40B4-BE49-F238E27FC236}">
                    <a16:creationId xmlns:a16="http://schemas.microsoft.com/office/drawing/2014/main" id="{45525D0E-B640-5294-93F2-888EF70A0AD6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0" name="椭圆 809">
                <a:extLst>
                  <a:ext uri="{FF2B5EF4-FFF2-40B4-BE49-F238E27FC236}">
                    <a16:creationId xmlns:a16="http://schemas.microsoft.com/office/drawing/2014/main" id="{04F18750-FB16-932C-CCDC-964313FAC27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1" name="组合 810">
              <a:extLst>
                <a:ext uri="{FF2B5EF4-FFF2-40B4-BE49-F238E27FC236}">
                  <a16:creationId xmlns:a16="http://schemas.microsoft.com/office/drawing/2014/main" id="{1DCFEDC1-5A3F-A90E-FEC1-9070C07B931F}"/>
                </a:ext>
              </a:extLst>
            </p:cNvPr>
            <p:cNvGrpSpPr/>
            <p:nvPr/>
          </p:nvGrpSpPr>
          <p:grpSpPr>
            <a:xfrm>
              <a:off x="7105226" y="4588924"/>
              <a:ext cx="400050" cy="400050"/>
              <a:chOff x="2933700" y="247650"/>
              <a:chExt cx="400050" cy="400050"/>
            </a:xfrm>
          </p:grpSpPr>
          <p:sp>
            <p:nvSpPr>
              <p:cNvPr id="812" name="矩形 811">
                <a:extLst>
                  <a:ext uri="{FF2B5EF4-FFF2-40B4-BE49-F238E27FC236}">
                    <a16:creationId xmlns:a16="http://schemas.microsoft.com/office/drawing/2014/main" id="{C97CB5E1-0F12-97D4-FDF9-5D972AF9E88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3" name="椭圆 812">
                <a:extLst>
                  <a:ext uri="{FF2B5EF4-FFF2-40B4-BE49-F238E27FC236}">
                    <a16:creationId xmlns:a16="http://schemas.microsoft.com/office/drawing/2014/main" id="{BDF113B0-B15B-04AD-BB39-13481870B8F1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4" name="组合 813">
              <a:extLst>
                <a:ext uri="{FF2B5EF4-FFF2-40B4-BE49-F238E27FC236}">
                  <a16:creationId xmlns:a16="http://schemas.microsoft.com/office/drawing/2014/main" id="{3D59394D-5725-6D5E-53F6-BD04E01EEFDC}"/>
                </a:ext>
              </a:extLst>
            </p:cNvPr>
            <p:cNvGrpSpPr/>
            <p:nvPr/>
          </p:nvGrpSpPr>
          <p:grpSpPr>
            <a:xfrm>
              <a:off x="7505276" y="4588924"/>
              <a:ext cx="400050" cy="400050"/>
              <a:chOff x="2933700" y="247650"/>
              <a:chExt cx="400050" cy="400050"/>
            </a:xfrm>
          </p:grpSpPr>
          <p:sp>
            <p:nvSpPr>
              <p:cNvPr id="815" name="矩形 814">
                <a:extLst>
                  <a:ext uri="{FF2B5EF4-FFF2-40B4-BE49-F238E27FC236}">
                    <a16:creationId xmlns:a16="http://schemas.microsoft.com/office/drawing/2014/main" id="{B5796299-7E43-66E1-D34A-A975B9A89215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6" name="椭圆 815">
                <a:extLst>
                  <a:ext uri="{FF2B5EF4-FFF2-40B4-BE49-F238E27FC236}">
                    <a16:creationId xmlns:a16="http://schemas.microsoft.com/office/drawing/2014/main" id="{A423351E-B7A3-A368-B3BB-CDE85CE2BC9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7" name="组合 816">
              <a:extLst>
                <a:ext uri="{FF2B5EF4-FFF2-40B4-BE49-F238E27FC236}">
                  <a16:creationId xmlns:a16="http://schemas.microsoft.com/office/drawing/2014/main" id="{EAF3C360-EDFF-2AA8-425D-348C3E859B54}"/>
                </a:ext>
              </a:extLst>
            </p:cNvPr>
            <p:cNvGrpSpPr/>
            <p:nvPr/>
          </p:nvGrpSpPr>
          <p:grpSpPr>
            <a:xfrm>
              <a:off x="7905326" y="4588924"/>
              <a:ext cx="400050" cy="400050"/>
              <a:chOff x="2933700" y="247650"/>
              <a:chExt cx="400050" cy="400050"/>
            </a:xfrm>
          </p:grpSpPr>
          <p:sp>
            <p:nvSpPr>
              <p:cNvPr id="818" name="矩形 817">
                <a:extLst>
                  <a:ext uri="{FF2B5EF4-FFF2-40B4-BE49-F238E27FC236}">
                    <a16:creationId xmlns:a16="http://schemas.microsoft.com/office/drawing/2014/main" id="{7A7BFF42-8E0C-81B6-6374-06AB1EDA715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9" name="椭圆 818">
                <a:extLst>
                  <a:ext uri="{FF2B5EF4-FFF2-40B4-BE49-F238E27FC236}">
                    <a16:creationId xmlns:a16="http://schemas.microsoft.com/office/drawing/2014/main" id="{F20C16BE-9406-B0F3-A543-8177BF9F5A8B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0" name="组合 819">
              <a:extLst>
                <a:ext uri="{FF2B5EF4-FFF2-40B4-BE49-F238E27FC236}">
                  <a16:creationId xmlns:a16="http://schemas.microsoft.com/office/drawing/2014/main" id="{1E676EA4-2DCE-C151-B777-B0A1C8790A6A}"/>
                </a:ext>
              </a:extLst>
            </p:cNvPr>
            <p:cNvGrpSpPr/>
            <p:nvPr/>
          </p:nvGrpSpPr>
          <p:grpSpPr>
            <a:xfrm>
              <a:off x="8305376" y="4588923"/>
              <a:ext cx="400050" cy="400050"/>
              <a:chOff x="2933700" y="247650"/>
              <a:chExt cx="400050" cy="400050"/>
            </a:xfrm>
          </p:grpSpPr>
          <p:sp>
            <p:nvSpPr>
              <p:cNvPr id="821" name="矩形 820">
                <a:extLst>
                  <a:ext uri="{FF2B5EF4-FFF2-40B4-BE49-F238E27FC236}">
                    <a16:creationId xmlns:a16="http://schemas.microsoft.com/office/drawing/2014/main" id="{B675597E-5C6B-AF54-1CBD-3D051A2C1D3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2" name="椭圆 821">
                <a:extLst>
                  <a:ext uri="{FF2B5EF4-FFF2-40B4-BE49-F238E27FC236}">
                    <a16:creationId xmlns:a16="http://schemas.microsoft.com/office/drawing/2014/main" id="{12BB926B-CDF4-8DD3-7F50-99300D340C9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3" name="组合 822">
              <a:extLst>
                <a:ext uri="{FF2B5EF4-FFF2-40B4-BE49-F238E27FC236}">
                  <a16:creationId xmlns:a16="http://schemas.microsoft.com/office/drawing/2014/main" id="{9DEE36B7-3DD5-1561-27B8-575DED1BBE3E}"/>
                </a:ext>
              </a:extLst>
            </p:cNvPr>
            <p:cNvGrpSpPr/>
            <p:nvPr/>
          </p:nvGrpSpPr>
          <p:grpSpPr>
            <a:xfrm>
              <a:off x="8705426" y="4588923"/>
              <a:ext cx="400050" cy="400050"/>
              <a:chOff x="2933700" y="247650"/>
              <a:chExt cx="400050" cy="400050"/>
            </a:xfrm>
          </p:grpSpPr>
          <p:sp>
            <p:nvSpPr>
              <p:cNvPr id="824" name="矩形 823">
                <a:extLst>
                  <a:ext uri="{FF2B5EF4-FFF2-40B4-BE49-F238E27FC236}">
                    <a16:creationId xmlns:a16="http://schemas.microsoft.com/office/drawing/2014/main" id="{7A1FF02D-9C29-5555-BA37-32BC3C421A3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5" name="椭圆 824">
                <a:extLst>
                  <a:ext uri="{FF2B5EF4-FFF2-40B4-BE49-F238E27FC236}">
                    <a16:creationId xmlns:a16="http://schemas.microsoft.com/office/drawing/2014/main" id="{0D218E3D-BB1B-4018-A201-A227AB906EB7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6" name="组合 825">
              <a:extLst>
                <a:ext uri="{FF2B5EF4-FFF2-40B4-BE49-F238E27FC236}">
                  <a16:creationId xmlns:a16="http://schemas.microsoft.com/office/drawing/2014/main" id="{BD30DEF8-0627-E1D3-7DBC-9BC0770120EA}"/>
                </a:ext>
              </a:extLst>
            </p:cNvPr>
            <p:cNvGrpSpPr/>
            <p:nvPr/>
          </p:nvGrpSpPr>
          <p:grpSpPr>
            <a:xfrm>
              <a:off x="2704676" y="4988972"/>
              <a:ext cx="400050" cy="400050"/>
              <a:chOff x="2933700" y="247650"/>
              <a:chExt cx="400050" cy="400050"/>
            </a:xfrm>
          </p:grpSpPr>
          <p:sp>
            <p:nvSpPr>
              <p:cNvPr id="827" name="矩形 826">
                <a:extLst>
                  <a:ext uri="{FF2B5EF4-FFF2-40B4-BE49-F238E27FC236}">
                    <a16:creationId xmlns:a16="http://schemas.microsoft.com/office/drawing/2014/main" id="{0D8EBD56-F1A8-D259-F578-38436AE4AB5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8" name="椭圆 827">
                <a:extLst>
                  <a:ext uri="{FF2B5EF4-FFF2-40B4-BE49-F238E27FC236}">
                    <a16:creationId xmlns:a16="http://schemas.microsoft.com/office/drawing/2014/main" id="{C9D7D526-0F40-9A2B-13E9-3995B35A7B7D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9" name="组合 828">
              <a:extLst>
                <a:ext uri="{FF2B5EF4-FFF2-40B4-BE49-F238E27FC236}">
                  <a16:creationId xmlns:a16="http://schemas.microsoft.com/office/drawing/2014/main" id="{44EE1348-09D4-1FE4-ECBD-1F9C29687DCC}"/>
                </a:ext>
              </a:extLst>
            </p:cNvPr>
            <p:cNvGrpSpPr/>
            <p:nvPr/>
          </p:nvGrpSpPr>
          <p:grpSpPr>
            <a:xfrm>
              <a:off x="3104726" y="4988972"/>
              <a:ext cx="400050" cy="400050"/>
              <a:chOff x="2933700" y="247650"/>
              <a:chExt cx="400050" cy="400050"/>
            </a:xfrm>
          </p:grpSpPr>
          <p:sp>
            <p:nvSpPr>
              <p:cNvPr id="830" name="矩形 829">
                <a:extLst>
                  <a:ext uri="{FF2B5EF4-FFF2-40B4-BE49-F238E27FC236}">
                    <a16:creationId xmlns:a16="http://schemas.microsoft.com/office/drawing/2014/main" id="{5963CAA3-7E27-7916-BF5C-4721D830969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1" name="椭圆 830">
                <a:extLst>
                  <a:ext uri="{FF2B5EF4-FFF2-40B4-BE49-F238E27FC236}">
                    <a16:creationId xmlns:a16="http://schemas.microsoft.com/office/drawing/2014/main" id="{57FD98A8-A6EE-4CAA-47DF-B7188F387289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32" name="组合 831">
              <a:extLst>
                <a:ext uri="{FF2B5EF4-FFF2-40B4-BE49-F238E27FC236}">
                  <a16:creationId xmlns:a16="http://schemas.microsoft.com/office/drawing/2014/main" id="{8A322110-C5BF-49E4-D44D-05F6288D18B8}"/>
                </a:ext>
              </a:extLst>
            </p:cNvPr>
            <p:cNvGrpSpPr/>
            <p:nvPr/>
          </p:nvGrpSpPr>
          <p:grpSpPr>
            <a:xfrm>
              <a:off x="3504776" y="4988971"/>
              <a:ext cx="400050" cy="400050"/>
              <a:chOff x="2933700" y="247650"/>
              <a:chExt cx="400050" cy="400050"/>
            </a:xfrm>
          </p:grpSpPr>
          <p:sp>
            <p:nvSpPr>
              <p:cNvPr id="833" name="矩形 832">
                <a:extLst>
                  <a:ext uri="{FF2B5EF4-FFF2-40B4-BE49-F238E27FC236}">
                    <a16:creationId xmlns:a16="http://schemas.microsoft.com/office/drawing/2014/main" id="{D7AB6BBF-31CC-A004-6DB2-C8AC4998306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4" name="椭圆 833">
                <a:extLst>
                  <a:ext uri="{FF2B5EF4-FFF2-40B4-BE49-F238E27FC236}">
                    <a16:creationId xmlns:a16="http://schemas.microsoft.com/office/drawing/2014/main" id="{E2081B67-C934-3798-F7CB-5856748CC37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35" name="组合 834">
              <a:extLst>
                <a:ext uri="{FF2B5EF4-FFF2-40B4-BE49-F238E27FC236}">
                  <a16:creationId xmlns:a16="http://schemas.microsoft.com/office/drawing/2014/main" id="{E309C81C-44CA-6AB5-5CE5-00B8EAA619EB}"/>
                </a:ext>
              </a:extLst>
            </p:cNvPr>
            <p:cNvGrpSpPr/>
            <p:nvPr/>
          </p:nvGrpSpPr>
          <p:grpSpPr>
            <a:xfrm>
              <a:off x="3904826" y="4988971"/>
              <a:ext cx="400050" cy="400050"/>
              <a:chOff x="2933700" y="247650"/>
              <a:chExt cx="400050" cy="400050"/>
            </a:xfrm>
          </p:grpSpPr>
          <p:sp>
            <p:nvSpPr>
              <p:cNvPr id="836" name="矩形 835">
                <a:extLst>
                  <a:ext uri="{FF2B5EF4-FFF2-40B4-BE49-F238E27FC236}">
                    <a16:creationId xmlns:a16="http://schemas.microsoft.com/office/drawing/2014/main" id="{1E8F58C7-A8D2-CD5F-D1B3-613CFF55851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7" name="椭圆 836">
                <a:extLst>
                  <a:ext uri="{FF2B5EF4-FFF2-40B4-BE49-F238E27FC236}">
                    <a16:creationId xmlns:a16="http://schemas.microsoft.com/office/drawing/2014/main" id="{E9E48615-3F6A-39D1-0E51-5B2C1766B876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38" name="组合 837">
              <a:extLst>
                <a:ext uri="{FF2B5EF4-FFF2-40B4-BE49-F238E27FC236}">
                  <a16:creationId xmlns:a16="http://schemas.microsoft.com/office/drawing/2014/main" id="{4A1C7C8C-5EE5-B350-B1B2-AD409944FD65}"/>
                </a:ext>
              </a:extLst>
            </p:cNvPr>
            <p:cNvGrpSpPr/>
            <p:nvPr/>
          </p:nvGrpSpPr>
          <p:grpSpPr>
            <a:xfrm>
              <a:off x="4304876" y="4988971"/>
              <a:ext cx="400050" cy="400050"/>
              <a:chOff x="2933700" y="247650"/>
              <a:chExt cx="400050" cy="400050"/>
            </a:xfrm>
          </p:grpSpPr>
          <p:sp>
            <p:nvSpPr>
              <p:cNvPr id="839" name="矩形 838">
                <a:extLst>
                  <a:ext uri="{FF2B5EF4-FFF2-40B4-BE49-F238E27FC236}">
                    <a16:creationId xmlns:a16="http://schemas.microsoft.com/office/drawing/2014/main" id="{27023E42-0098-39EF-8264-4CC1F6D1F8C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0" name="椭圆 839">
                <a:extLst>
                  <a:ext uri="{FF2B5EF4-FFF2-40B4-BE49-F238E27FC236}">
                    <a16:creationId xmlns:a16="http://schemas.microsoft.com/office/drawing/2014/main" id="{EC4724C5-AE4D-A80C-F726-3E68197C49F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1" name="组合 840">
              <a:extLst>
                <a:ext uri="{FF2B5EF4-FFF2-40B4-BE49-F238E27FC236}">
                  <a16:creationId xmlns:a16="http://schemas.microsoft.com/office/drawing/2014/main" id="{128B7105-7B8E-B93A-4C71-EDCB57FF9479}"/>
                </a:ext>
              </a:extLst>
            </p:cNvPr>
            <p:cNvGrpSpPr/>
            <p:nvPr/>
          </p:nvGrpSpPr>
          <p:grpSpPr>
            <a:xfrm>
              <a:off x="4704926" y="4988971"/>
              <a:ext cx="400050" cy="400050"/>
              <a:chOff x="2933700" y="247650"/>
              <a:chExt cx="400050" cy="400050"/>
            </a:xfrm>
          </p:grpSpPr>
          <p:sp>
            <p:nvSpPr>
              <p:cNvPr id="842" name="矩形 841">
                <a:extLst>
                  <a:ext uri="{FF2B5EF4-FFF2-40B4-BE49-F238E27FC236}">
                    <a16:creationId xmlns:a16="http://schemas.microsoft.com/office/drawing/2014/main" id="{44900380-DDC6-EC62-DA06-5D6F328D765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3" name="椭圆 842">
                <a:extLst>
                  <a:ext uri="{FF2B5EF4-FFF2-40B4-BE49-F238E27FC236}">
                    <a16:creationId xmlns:a16="http://schemas.microsoft.com/office/drawing/2014/main" id="{0BEA2CC1-ED76-6B0D-2506-1520491FC5BA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4" name="组合 843">
              <a:extLst>
                <a:ext uri="{FF2B5EF4-FFF2-40B4-BE49-F238E27FC236}">
                  <a16:creationId xmlns:a16="http://schemas.microsoft.com/office/drawing/2014/main" id="{901F0301-2439-96E4-2628-607B2407A3F2}"/>
                </a:ext>
              </a:extLst>
            </p:cNvPr>
            <p:cNvGrpSpPr/>
            <p:nvPr/>
          </p:nvGrpSpPr>
          <p:grpSpPr>
            <a:xfrm>
              <a:off x="5104976" y="4988970"/>
              <a:ext cx="400050" cy="400050"/>
              <a:chOff x="2933700" y="247650"/>
              <a:chExt cx="400050" cy="400050"/>
            </a:xfrm>
          </p:grpSpPr>
          <p:sp>
            <p:nvSpPr>
              <p:cNvPr id="845" name="矩形 844">
                <a:extLst>
                  <a:ext uri="{FF2B5EF4-FFF2-40B4-BE49-F238E27FC236}">
                    <a16:creationId xmlns:a16="http://schemas.microsoft.com/office/drawing/2014/main" id="{56171164-ACD4-F292-15CA-F5F6509E5592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6" name="椭圆 845">
                <a:extLst>
                  <a:ext uri="{FF2B5EF4-FFF2-40B4-BE49-F238E27FC236}">
                    <a16:creationId xmlns:a16="http://schemas.microsoft.com/office/drawing/2014/main" id="{F8931B7E-2B60-31D9-ABF8-27BAC6C0D8A1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7" name="组合 846">
              <a:extLst>
                <a:ext uri="{FF2B5EF4-FFF2-40B4-BE49-F238E27FC236}">
                  <a16:creationId xmlns:a16="http://schemas.microsoft.com/office/drawing/2014/main" id="{B2B34018-4BD4-357C-8904-5D05E3FAAB96}"/>
                </a:ext>
              </a:extLst>
            </p:cNvPr>
            <p:cNvGrpSpPr/>
            <p:nvPr/>
          </p:nvGrpSpPr>
          <p:grpSpPr>
            <a:xfrm>
              <a:off x="5505026" y="4988970"/>
              <a:ext cx="400050" cy="400050"/>
              <a:chOff x="2933700" y="247650"/>
              <a:chExt cx="400050" cy="400050"/>
            </a:xfrm>
          </p:grpSpPr>
          <p:sp>
            <p:nvSpPr>
              <p:cNvPr id="848" name="矩形 847">
                <a:extLst>
                  <a:ext uri="{FF2B5EF4-FFF2-40B4-BE49-F238E27FC236}">
                    <a16:creationId xmlns:a16="http://schemas.microsoft.com/office/drawing/2014/main" id="{85469D54-3735-F49C-7DA1-92E4E7069304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9" name="椭圆 848">
                <a:extLst>
                  <a:ext uri="{FF2B5EF4-FFF2-40B4-BE49-F238E27FC236}">
                    <a16:creationId xmlns:a16="http://schemas.microsoft.com/office/drawing/2014/main" id="{9DE869C5-FBD9-5573-F144-2135F26156A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50" name="组合 849">
              <a:extLst>
                <a:ext uri="{FF2B5EF4-FFF2-40B4-BE49-F238E27FC236}">
                  <a16:creationId xmlns:a16="http://schemas.microsoft.com/office/drawing/2014/main" id="{F8788AE6-9C48-0DC9-29F9-3C44A30A7E3A}"/>
                </a:ext>
              </a:extLst>
            </p:cNvPr>
            <p:cNvGrpSpPr/>
            <p:nvPr/>
          </p:nvGrpSpPr>
          <p:grpSpPr>
            <a:xfrm>
              <a:off x="5905076" y="4988971"/>
              <a:ext cx="400050" cy="400050"/>
              <a:chOff x="2933700" y="247650"/>
              <a:chExt cx="400050" cy="400050"/>
            </a:xfrm>
          </p:grpSpPr>
          <p:sp>
            <p:nvSpPr>
              <p:cNvPr id="851" name="矩形 850">
                <a:extLst>
                  <a:ext uri="{FF2B5EF4-FFF2-40B4-BE49-F238E27FC236}">
                    <a16:creationId xmlns:a16="http://schemas.microsoft.com/office/drawing/2014/main" id="{6C22382C-A8B7-E83C-755D-F894A3AA083A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2" name="椭圆 851">
                <a:extLst>
                  <a:ext uri="{FF2B5EF4-FFF2-40B4-BE49-F238E27FC236}">
                    <a16:creationId xmlns:a16="http://schemas.microsoft.com/office/drawing/2014/main" id="{CED0DE70-DD81-B34B-0F6F-FC37A55E765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53" name="组合 852">
              <a:extLst>
                <a:ext uri="{FF2B5EF4-FFF2-40B4-BE49-F238E27FC236}">
                  <a16:creationId xmlns:a16="http://schemas.microsoft.com/office/drawing/2014/main" id="{11DAD37F-7E31-7E62-6A91-DCCCD77DF009}"/>
                </a:ext>
              </a:extLst>
            </p:cNvPr>
            <p:cNvGrpSpPr/>
            <p:nvPr/>
          </p:nvGrpSpPr>
          <p:grpSpPr>
            <a:xfrm>
              <a:off x="6305126" y="4988971"/>
              <a:ext cx="400050" cy="400050"/>
              <a:chOff x="2933700" y="247650"/>
              <a:chExt cx="400050" cy="400050"/>
            </a:xfrm>
          </p:grpSpPr>
          <p:sp>
            <p:nvSpPr>
              <p:cNvPr id="854" name="矩形 853">
                <a:extLst>
                  <a:ext uri="{FF2B5EF4-FFF2-40B4-BE49-F238E27FC236}">
                    <a16:creationId xmlns:a16="http://schemas.microsoft.com/office/drawing/2014/main" id="{E9635000-7EF4-2D28-FE51-CED1762CF127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5" name="椭圆 854">
                <a:extLst>
                  <a:ext uri="{FF2B5EF4-FFF2-40B4-BE49-F238E27FC236}">
                    <a16:creationId xmlns:a16="http://schemas.microsoft.com/office/drawing/2014/main" id="{C1C4EFA3-030D-ACAE-C25C-5821DAE96F03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56" name="组合 855">
              <a:extLst>
                <a:ext uri="{FF2B5EF4-FFF2-40B4-BE49-F238E27FC236}">
                  <a16:creationId xmlns:a16="http://schemas.microsoft.com/office/drawing/2014/main" id="{305EDEB1-61F4-799A-CAA5-F14F68165905}"/>
                </a:ext>
              </a:extLst>
            </p:cNvPr>
            <p:cNvGrpSpPr/>
            <p:nvPr/>
          </p:nvGrpSpPr>
          <p:grpSpPr>
            <a:xfrm>
              <a:off x="6705176" y="4988970"/>
              <a:ext cx="400050" cy="400050"/>
              <a:chOff x="2933700" y="247650"/>
              <a:chExt cx="400050" cy="400050"/>
            </a:xfrm>
          </p:grpSpPr>
          <p:sp>
            <p:nvSpPr>
              <p:cNvPr id="857" name="矩形 856">
                <a:extLst>
                  <a:ext uri="{FF2B5EF4-FFF2-40B4-BE49-F238E27FC236}">
                    <a16:creationId xmlns:a16="http://schemas.microsoft.com/office/drawing/2014/main" id="{7CD174C2-5B49-3FDA-4EBA-2F2054FADAE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8" name="椭圆 857">
                <a:extLst>
                  <a:ext uri="{FF2B5EF4-FFF2-40B4-BE49-F238E27FC236}">
                    <a16:creationId xmlns:a16="http://schemas.microsoft.com/office/drawing/2014/main" id="{78BE56F8-6767-5AA7-6B86-6EAEE7578C4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59" name="组合 858">
              <a:extLst>
                <a:ext uri="{FF2B5EF4-FFF2-40B4-BE49-F238E27FC236}">
                  <a16:creationId xmlns:a16="http://schemas.microsoft.com/office/drawing/2014/main" id="{A63A3FCE-C26C-3BAB-1FDC-441569562063}"/>
                </a:ext>
              </a:extLst>
            </p:cNvPr>
            <p:cNvGrpSpPr/>
            <p:nvPr/>
          </p:nvGrpSpPr>
          <p:grpSpPr>
            <a:xfrm>
              <a:off x="7105226" y="4988970"/>
              <a:ext cx="400050" cy="400050"/>
              <a:chOff x="2933700" y="247650"/>
              <a:chExt cx="400050" cy="400050"/>
            </a:xfrm>
          </p:grpSpPr>
          <p:sp>
            <p:nvSpPr>
              <p:cNvPr id="860" name="矩形 859">
                <a:extLst>
                  <a:ext uri="{FF2B5EF4-FFF2-40B4-BE49-F238E27FC236}">
                    <a16:creationId xmlns:a16="http://schemas.microsoft.com/office/drawing/2014/main" id="{472AD95E-3588-A16A-6835-3BCC096C34FF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1" name="椭圆 860">
                <a:extLst>
                  <a:ext uri="{FF2B5EF4-FFF2-40B4-BE49-F238E27FC236}">
                    <a16:creationId xmlns:a16="http://schemas.microsoft.com/office/drawing/2014/main" id="{32D9E5F1-0053-9323-8874-129AB57BF087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62" name="组合 861">
              <a:extLst>
                <a:ext uri="{FF2B5EF4-FFF2-40B4-BE49-F238E27FC236}">
                  <a16:creationId xmlns:a16="http://schemas.microsoft.com/office/drawing/2014/main" id="{50F2E1DD-DC8F-4D3C-4AD5-63E90F1A381B}"/>
                </a:ext>
              </a:extLst>
            </p:cNvPr>
            <p:cNvGrpSpPr/>
            <p:nvPr/>
          </p:nvGrpSpPr>
          <p:grpSpPr>
            <a:xfrm>
              <a:off x="7505276" y="4988970"/>
              <a:ext cx="400050" cy="400050"/>
              <a:chOff x="2933700" y="247650"/>
              <a:chExt cx="400050" cy="400050"/>
            </a:xfrm>
          </p:grpSpPr>
          <p:sp>
            <p:nvSpPr>
              <p:cNvPr id="863" name="矩形 862">
                <a:extLst>
                  <a:ext uri="{FF2B5EF4-FFF2-40B4-BE49-F238E27FC236}">
                    <a16:creationId xmlns:a16="http://schemas.microsoft.com/office/drawing/2014/main" id="{B643A31D-DC50-9E1F-4FD8-11C344BCB890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4" name="椭圆 863">
                <a:extLst>
                  <a:ext uri="{FF2B5EF4-FFF2-40B4-BE49-F238E27FC236}">
                    <a16:creationId xmlns:a16="http://schemas.microsoft.com/office/drawing/2014/main" id="{ED13B503-16BA-EE78-4CDB-11F75884D378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65" name="组合 864">
              <a:extLst>
                <a:ext uri="{FF2B5EF4-FFF2-40B4-BE49-F238E27FC236}">
                  <a16:creationId xmlns:a16="http://schemas.microsoft.com/office/drawing/2014/main" id="{EE140D35-CC14-819C-68CE-52BD32F7B360}"/>
                </a:ext>
              </a:extLst>
            </p:cNvPr>
            <p:cNvGrpSpPr/>
            <p:nvPr/>
          </p:nvGrpSpPr>
          <p:grpSpPr>
            <a:xfrm>
              <a:off x="7905326" y="4988970"/>
              <a:ext cx="400050" cy="400050"/>
              <a:chOff x="2933700" y="247650"/>
              <a:chExt cx="400050" cy="400050"/>
            </a:xfrm>
          </p:grpSpPr>
          <p:sp>
            <p:nvSpPr>
              <p:cNvPr id="866" name="矩形 865">
                <a:extLst>
                  <a:ext uri="{FF2B5EF4-FFF2-40B4-BE49-F238E27FC236}">
                    <a16:creationId xmlns:a16="http://schemas.microsoft.com/office/drawing/2014/main" id="{E51CCE76-F208-1E62-B367-92126AE010FB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7" name="椭圆 866">
                <a:extLst>
                  <a:ext uri="{FF2B5EF4-FFF2-40B4-BE49-F238E27FC236}">
                    <a16:creationId xmlns:a16="http://schemas.microsoft.com/office/drawing/2014/main" id="{FA43904A-214B-ED73-6D92-F17B61E8AABF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68" name="组合 867">
              <a:extLst>
                <a:ext uri="{FF2B5EF4-FFF2-40B4-BE49-F238E27FC236}">
                  <a16:creationId xmlns:a16="http://schemas.microsoft.com/office/drawing/2014/main" id="{F42B6A2E-0E8C-E905-D710-CD7798AF8E87}"/>
                </a:ext>
              </a:extLst>
            </p:cNvPr>
            <p:cNvGrpSpPr/>
            <p:nvPr/>
          </p:nvGrpSpPr>
          <p:grpSpPr>
            <a:xfrm>
              <a:off x="8305376" y="4988969"/>
              <a:ext cx="400050" cy="400050"/>
              <a:chOff x="2933700" y="247650"/>
              <a:chExt cx="400050" cy="400050"/>
            </a:xfrm>
          </p:grpSpPr>
          <p:sp>
            <p:nvSpPr>
              <p:cNvPr id="869" name="矩形 868">
                <a:extLst>
                  <a:ext uri="{FF2B5EF4-FFF2-40B4-BE49-F238E27FC236}">
                    <a16:creationId xmlns:a16="http://schemas.microsoft.com/office/drawing/2014/main" id="{A052F6D3-A15B-BF9F-B07B-8DB815750BD2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0" name="椭圆 869">
                <a:extLst>
                  <a:ext uri="{FF2B5EF4-FFF2-40B4-BE49-F238E27FC236}">
                    <a16:creationId xmlns:a16="http://schemas.microsoft.com/office/drawing/2014/main" id="{F621B2B2-73D3-1420-9C1B-0FEB63A7783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1" name="组合 870">
              <a:extLst>
                <a:ext uri="{FF2B5EF4-FFF2-40B4-BE49-F238E27FC236}">
                  <a16:creationId xmlns:a16="http://schemas.microsoft.com/office/drawing/2014/main" id="{08B2D3AD-5D3B-1D84-0580-72B100F093C8}"/>
                </a:ext>
              </a:extLst>
            </p:cNvPr>
            <p:cNvGrpSpPr/>
            <p:nvPr/>
          </p:nvGrpSpPr>
          <p:grpSpPr>
            <a:xfrm>
              <a:off x="8705426" y="4988969"/>
              <a:ext cx="400050" cy="400050"/>
              <a:chOff x="2933700" y="247650"/>
              <a:chExt cx="400050" cy="400050"/>
            </a:xfrm>
          </p:grpSpPr>
          <p:sp>
            <p:nvSpPr>
              <p:cNvPr id="872" name="矩形 871">
                <a:extLst>
                  <a:ext uri="{FF2B5EF4-FFF2-40B4-BE49-F238E27FC236}">
                    <a16:creationId xmlns:a16="http://schemas.microsoft.com/office/drawing/2014/main" id="{7BD2DC73-91E5-1654-DDEC-86357B31BAB1}"/>
                  </a:ext>
                </a:extLst>
              </p:cNvPr>
              <p:cNvSpPr/>
              <p:nvPr/>
            </p:nvSpPr>
            <p:spPr>
              <a:xfrm>
                <a:off x="2933700" y="247650"/>
                <a:ext cx="400050" cy="400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3" name="椭圆 872">
                <a:extLst>
                  <a:ext uri="{FF2B5EF4-FFF2-40B4-BE49-F238E27FC236}">
                    <a16:creationId xmlns:a16="http://schemas.microsoft.com/office/drawing/2014/main" id="{A684A48F-2429-96B7-9977-9D16D83B43CC}"/>
                  </a:ext>
                </a:extLst>
              </p:cNvPr>
              <p:cNvSpPr/>
              <p:nvPr/>
            </p:nvSpPr>
            <p:spPr>
              <a:xfrm>
                <a:off x="3057525" y="371475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874" name="直接箭头连接符 873">
              <a:extLst>
                <a:ext uri="{FF2B5EF4-FFF2-40B4-BE49-F238E27FC236}">
                  <a16:creationId xmlns:a16="http://schemas.microsoft.com/office/drawing/2014/main" id="{36A0D2D7-212C-C8AE-F728-91A0DA550F02}"/>
                </a:ext>
              </a:extLst>
            </p:cNvPr>
            <p:cNvCxnSpPr>
              <a:cxnSpLocks/>
            </p:cNvCxnSpPr>
            <p:nvPr/>
          </p:nvCxnSpPr>
          <p:spPr>
            <a:xfrm>
              <a:off x="2613422" y="1693334"/>
              <a:ext cx="7193094" cy="0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直接箭头连接符 874">
              <a:extLst>
                <a:ext uri="{FF2B5EF4-FFF2-40B4-BE49-F238E27FC236}">
                  <a16:creationId xmlns:a16="http://schemas.microsoft.com/office/drawing/2014/main" id="{DA5EA4B3-56B3-0FA8-0684-19AF56F1BD1A}"/>
                </a:ext>
              </a:extLst>
            </p:cNvPr>
            <p:cNvCxnSpPr>
              <a:cxnSpLocks/>
            </p:cNvCxnSpPr>
            <p:nvPr/>
          </p:nvCxnSpPr>
          <p:spPr>
            <a:xfrm>
              <a:off x="2613422" y="1693334"/>
              <a:ext cx="0" cy="4565650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6" name="文本框 875">
              <a:extLst>
                <a:ext uri="{FF2B5EF4-FFF2-40B4-BE49-F238E27FC236}">
                  <a16:creationId xmlns:a16="http://schemas.microsoft.com/office/drawing/2014/main" id="{EB24F148-7D88-55E5-2126-B15BA25AB487}"/>
                </a:ext>
              </a:extLst>
            </p:cNvPr>
            <p:cNvSpPr txBox="1"/>
            <p:nvPr/>
          </p:nvSpPr>
          <p:spPr>
            <a:xfrm>
              <a:off x="9466828" y="13240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77" name="文本框 876">
              <a:extLst>
                <a:ext uri="{FF2B5EF4-FFF2-40B4-BE49-F238E27FC236}">
                  <a16:creationId xmlns:a16="http://schemas.microsoft.com/office/drawing/2014/main" id="{34A7D73A-5CA5-F34C-E63B-36077E3D35E9}"/>
                </a:ext>
              </a:extLst>
            </p:cNvPr>
            <p:cNvSpPr txBox="1"/>
            <p:nvPr/>
          </p:nvSpPr>
          <p:spPr>
            <a:xfrm>
              <a:off x="2185063" y="5889652"/>
              <a:ext cx="333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sp>
          <p:nvSpPr>
            <p:cNvPr id="879" name="文本框 878">
              <a:extLst>
                <a:ext uri="{FF2B5EF4-FFF2-40B4-BE49-F238E27FC236}">
                  <a16:creationId xmlns:a16="http://schemas.microsoft.com/office/drawing/2014/main" id="{731F555D-F29B-639D-5608-AC158D6AE8B2}"/>
                </a:ext>
              </a:extLst>
            </p:cNvPr>
            <p:cNvSpPr txBox="1"/>
            <p:nvPr/>
          </p:nvSpPr>
          <p:spPr>
            <a:xfrm>
              <a:off x="4413040" y="1202001"/>
              <a:ext cx="9631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x=5</a:t>
              </a:r>
              <a:endParaRPr lang="zh-CN" altLang="en-US" dirty="0"/>
            </a:p>
          </p:txBody>
        </p:sp>
        <p:sp>
          <p:nvSpPr>
            <p:cNvPr id="880" name="文本框 879">
              <a:extLst>
                <a:ext uri="{FF2B5EF4-FFF2-40B4-BE49-F238E27FC236}">
                  <a16:creationId xmlns:a16="http://schemas.microsoft.com/office/drawing/2014/main" id="{E7016756-14CF-EA25-240D-0DEB15D2016D}"/>
                </a:ext>
              </a:extLst>
            </p:cNvPr>
            <p:cNvSpPr txBox="1"/>
            <p:nvPr/>
          </p:nvSpPr>
          <p:spPr>
            <a:xfrm>
              <a:off x="2351936" y="1202001"/>
              <a:ext cx="9631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x=0</a:t>
              </a:r>
              <a:endParaRPr lang="zh-CN" altLang="en-US" dirty="0"/>
            </a:p>
          </p:txBody>
        </p:sp>
        <p:sp>
          <p:nvSpPr>
            <p:cNvPr id="881" name="文本框 880">
              <a:extLst>
                <a:ext uri="{FF2B5EF4-FFF2-40B4-BE49-F238E27FC236}">
                  <a16:creationId xmlns:a16="http://schemas.microsoft.com/office/drawing/2014/main" id="{F1F7F89E-6388-685F-5922-5C00C709CFA9}"/>
                </a:ext>
              </a:extLst>
            </p:cNvPr>
            <p:cNvSpPr txBox="1"/>
            <p:nvPr/>
          </p:nvSpPr>
          <p:spPr>
            <a:xfrm>
              <a:off x="6389837" y="1197771"/>
              <a:ext cx="9631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x=10</a:t>
              </a:r>
              <a:endParaRPr lang="zh-CN" altLang="en-US" dirty="0"/>
            </a:p>
          </p:txBody>
        </p:sp>
        <p:cxnSp>
          <p:nvCxnSpPr>
            <p:cNvPr id="883" name="直接连接符 882">
              <a:extLst>
                <a:ext uri="{FF2B5EF4-FFF2-40B4-BE49-F238E27FC236}">
                  <a16:creationId xmlns:a16="http://schemas.microsoft.com/office/drawing/2014/main" id="{E2532BEF-8405-0D89-D19E-4220E8E06A44}"/>
                </a:ext>
              </a:extLst>
            </p:cNvPr>
            <p:cNvCxnSpPr>
              <a:cxnSpLocks/>
            </p:cNvCxnSpPr>
            <p:nvPr/>
          </p:nvCxnSpPr>
          <p:spPr>
            <a:xfrm>
              <a:off x="2710775" y="1580813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直接连接符 885">
              <a:extLst>
                <a:ext uri="{FF2B5EF4-FFF2-40B4-BE49-F238E27FC236}">
                  <a16:creationId xmlns:a16="http://schemas.microsoft.com/office/drawing/2014/main" id="{A79D275F-C5C1-EAF2-F405-4413B7C285B3}"/>
                </a:ext>
              </a:extLst>
            </p:cNvPr>
            <p:cNvCxnSpPr>
              <a:cxnSpLocks/>
            </p:cNvCxnSpPr>
            <p:nvPr/>
          </p:nvCxnSpPr>
          <p:spPr>
            <a:xfrm>
              <a:off x="4698460" y="1571333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直接连接符 886">
              <a:extLst>
                <a:ext uri="{FF2B5EF4-FFF2-40B4-BE49-F238E27FC236}">
                  <a16:creationId xmlns:a16="http://schemas.microsoft.com/office/drawing/2014/main" id="{74ACCC6C-80D4-E56A-B48E-5B5A87531CE3}"/>
                </a:ext>
              </a:extLst>
            </p:cNvPr>
            <p:cNvCxnSpPr>
              <a:cxnSpLocks/>
            </p:cNvCxnSpPr>
            <p:nvPr/>
          </p:nvCxnSpPr>
          <p:spPr>
            <a:xfrm>
              <a:off x="6699115" y="1571332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8" name="文本框 887">
              <a:extLst>
                <a:ext uri="{FF2B5EF4-FFF2-40B4-BE49-F238E27FC236}">
                  <a16:creationId xmlns:a16="http://schemas.microsoft.com/office/drawing/2014/main" id="{9057B520-35B9-F07E-8E6F-99515BEA764B}"/>
                </a:ext>
              </a:extLst>
            </p:cNvPr>
            <p:cNvSpPr txBox="1"/>
            <p:nvPr/>
          </p:nvSpPr>
          <p:spPr>
            <a:xfrm>
              <a:off x="8390491" y="1187076"/>
              <a:ext cx="9631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x=15</a:t>
              </a:r>
              <a:endParaRPr lang="zh-CN" altLang="en-US" dirty="0"/>
            </a:p>
          </p:txBody>
        </p:sp>
        <p:cxnSp>
          <p:nvCxnSpPr>
            <p:cNvPr id="889" name="直接连接符 888">
              <a:extLst>
                <a:ext uri="{FF2B5EF4-FFF2-40B4-BE49-F238E27FC236}">
                  <a16:creationId xmlns:a16="http://schemas.microsoft.com/office/drawing/2014/main" id="{4D1F140F-4F6A-93E9-66D2-F46F466B9E4F}"/>
                </a:ext>
              </a:extLst>
            </p:cNvPr>
            <p:cNvCxnSpPr>
              <a:cxnSpLocks/>
            </p:cNvCxnSpPr>
            <p:nvPr/>
          </p:nvCxnSpPr>
          <p:spPr>
            <a:xfrm>
              <a:off x="8699769" y="1560637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文本框 889">
              <a:extLst>
                <a:ext uri="{FF2B5EF4-FFF2-40B4-BE49-F238E27FC236}">
                  <a16:creationId xmlns:a16="http://schemas.microsoft.com/office/drawing/2014/main" id="{E9150021-1B56-D2CD-292E-2B8349828209}"/>
                </a:ext>
              </a:extLst>
            </p:cNvPr>
            <p:cNvSpPr txBox="1"/>
            <p:nvPr/>
          </p:nvSpPr>
          <p:spPr>
            <a:xfrm>
              <a:off x="5388724" y="1193789"/>
              <a:ext cx="9631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x=7.5</a:t>
              </a:r>
              <a:endParaRPr lang="zh-CN" altLang="en-US" dirty="0"/>
            </a:p>
          </p:txBody>
        </p:sp>
        <p:cxnSp>
          <p:nvCxnSpPr>
            <p:cNvPr id="891" name="直接连接符 890">
              <a:extLst>
                <a:ext uri="{FF2B5EF4-FFF2-40B4-BE49-F238E27FC236}">
                  <a16:creationId xmlns:a16="http://schemas.microsoft.com/office/drawing/2014/main" id="{61B3022F-A49E-C3D4-09D9-1D05570A9942}"/>
                </a:ext>
              </a:extLst>
            </p:cNvPr>
            <p:cNvCxnSpPr>
              <a:cxnSpLocks/>
            </p:cNvCxnSpPr>
            <p:nvPr/>
          </p:nvCxnSpPr>
          <p:spPr>
            <a:xfrm>
              <a:off x="5698002" y="1567350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直接连接符 896">
              <a:extLst>
                <a:ext uri="{FF2B5EF4-FFF2-40B4-BE49-F238E27FC236}">
                  <a16:creationId xmlns:a16="http://schemas.microsoft.com/office/drawing/2014/main" id="{FAB7F7BD-FEAE-46FA-2841-DA08EF6DDE4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607025" y="1679870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直接连接符 897">
              <a:extLst>
                <a:ext uri="{FF2B5EF4-FFF2-40B4-BE49-F238E27FC236}">
                  <a16:creationId xmlns:a16="http://schemas.microsoft.com/office/drawing/2014/main" id="{1638ADEF-D9C9-3827-59C6-61F539180EC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4421" y="4888311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直接连接符 898">
              <a:extLst>
                <a:ext uri="{FF2B5EF4-FFF2-40B4-BE49-F238E27FC236}">
                  <a16:creationId xmlns:a16="http://schemas.microsoft.com/office/drawing/2014/main" id="{B0AEB7DF-C133-7133-E3AC-8FB4040BB6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4422" y="3273720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直接连接符 899">
              <a:extLst>
                <a:ext uri="{FF2B5EF4-FFF2-40B4-BE49-F238E27FC236}">
                  <a16:creationId xmlns:a16="http://schemas.microsoft.com/office/drawing/2014/main" id="{F59D6CD0-75C6-F032-7DFB-E62FBA02C9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4422" y="3999490"/>
              <a:ext cx="0" cy="225041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2" name="文本框 901">
              <a:extLst>
                <a:ext uri="{FF2B5EF4-FFF2-40B4-BE49-F238E27FC236}">
                  <a16:creationId xmlns:a16="http://schemas.microsoft.com/office/drawing/2014/main" id="{6D48C94F-0A58-D2EE-793A-4E92693030DC}"/>
                </a:ext>
              </a:extLst>
            </p:cNvPr>
            <p:cNvSpPr txBox="1"/>
            <p:nvPr/>
          </p:nvSpPr>
          <p:spPr>
            <a:xfrm>
              <a:off x="1906150" y="1612832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/>
                <a:t>y=0</a:t>
              </a:r>
              <a:endParaRPr lang="zh-CN" altLang="en-US" dirty="0"/>
            </a:p>
          </p:txBody>
        </p:sp>
        <p:sp>
          <p:nvSpPr>
            <p:cNvPr id="903" name="文本框 902">
              <a:extLst>
                <a:ext uri="{FF2B5EF4-FFF2-40B4-BE49-F238E27FC236}">
                  <a16:creationId xmlns:a16="http://schemas.microsoft.com/office/drawing/2014/main" id="{091CACEB-D5D2-A419-3156-78659B8B20CB}"/>
                </a:ext>
              </a:extLst>
            </p:cNvPr>
            <p:cNvSpPr txBox="1"/>
            <p:nvPr/>
          </p:nvSpPr>
          <p:spPr>
            <a:xfrm>
              <a:off x="1906150" y="320157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y=4</a:t>
              </a:r>
              <a:endParaRPr lang="zh-CN" altLang="en-US" dirty="0"/>
            </a:p>
          </p:txBody>
        </p:sp>
        <p:sp>
          <p:nvSpPr>
            <p:cNvPr id="904" name="文本框 903">
              <a:extLst>
                <a:ext uri="{FF2B5EF4-FFF2-40B4-BE49-F238E27FC236}">
                  <a16:creationId xmlns:a16="http://schemas.microsoft.com/office/drawing/2014/main" id="{3631A14F-6F98-2DA7-038B-ED24DD9C89D4}"/>
                </a:ext>
              </a:extLst>
            </p:cNvPr>
            <p:cNvSpPr txBox="1"/>
            <p:nvPr/>
          </p:nvSpPr>
          <p:spPr>
            <a:xfrm>
              <a:off x="1709300" y="392734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y=4.8</a:t>
              </a:r>
              <a:endParaRPr lang="zh-CN" altLang="en-US" dirty="0"/>
            </a:p>
          </p:txBody>
        </p:sp>
        <p:sp>
          <p:nvSpPr>
            <p:cNvPr id="905" name="文本框 904">
              <a:extLst>
                <a:ext uri="{FF2B5EF4-FFF2-40B4-BE49-F238E27FC236}">
                  <a16:creationId xmlns:a16="http://schemas.microsoft.com/office/drawing/2014/main" id="{2E04E436-9476-5F41-CEAB-393C42AD289C}"/>
                </a:ext>
              </a:extLst>
            </p:cNvPr>
            <p:cNvSpPr txBox="1"/>
            <p:nvPr/>
          </p:nvSpPr>
          <p:spPr>
            <a:xfrm>
              <a:off x="1906150" y="482039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y=8</a:t>
              </a:r>
              <a:endParaRPr lang="zh-CN" altLang="en-US" dirty="0"/>
            </a:p>
          </p:txBody>
        </p:sp>
        <p:cxnSp>
          <p:nvCxnSpPr>
            <p:cNvPr id="907" name="直接箭头连接符 906">
              <a:extLst>
                <a:ext uri="{FF2B5EF4-FFF2-40B4-BE49-F238E27FC236}">
                  <a16:creationId xmlns:a16="http://schemas.microsoft.com/office/drawing/2014/main" id="{B32415C5-8F8C-DDF0-FCDB-6B44DACE59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4931" y="2003898"/>
              <a:ext cx="897426" cy="6316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1" name="文本框 910">
              <a:extLst>
                <a:ext uri="{FF2B5EF4-FFF2-40B4-BE49-F238E27FC236}">
                  <a16:creationId xmlns:a16="http://schemas.microsoft.com/office/drawing/2014/main" id="{24B982FE-0FC8-1671-5337-418398C3C1DE}"/>
                </a:ext>
              </a:extLst>
            </p:cNvPr>
            <p:cNvSpPr txBox="1"/>
            <p:nvPr/>
          </p:nvSpPr>
          <p:spPr>
            <a:xfrm>
              <a:off x="1093987" y="2457686"/>
              <a:ext cx="12101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P(0, 0) </a:t>
              </a:r>
              <a:endParaRPr lang="zh-CN" altLang="en-US" dirty="0"/>
            </a:p>
          </p:txBody>
        </p:sp>
        <p:cxnSp>
          <p:nvCxnSpPr>
            <p:cNvPr id="914" name="直接箭头连接符 913">
              <a:extLst>
                <a:ext uri="{FF2B5EF4-FFF2-40B4-BE49-F238E27FC236}">
                  <a16:creationId xmlns:a16="http://schemas.microsoft.com/office/drawing/2014/main" id="{224CF677-5FAC-E96E-60A4-81A813DC1D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6150" y="3976159"/>
              <a:ext cx="2206251" cy="65614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6" name="文本框 915">
              <a:extLst>
                <a:ext uri="{FF2B5EF4-FFF2-40B4-BE49-F238E27FC236}">
                  <a16:creationId xmlns:a16="http://schemas.microsoft.com/office/drawing/2014/main" id="{DAD06332-FA84-89E7-CBCE-FE61793B4902}"/>
                </a:ext>
              </a:extLst>
            </p:cNvPr>
            <p:cNvSpPr txBox="1"/>
            <p:nvPr/>
          </p:nvSpPr>
          <p:spPr>
            <a:xfrm>
              <a:off x="998438" y="4417262"/>
              <a:ext cx="12101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P(3, 5) 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122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E100-2CF2-8054-5BD2-A32E360C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8F4A94-6D18-C89A-AA1D-3F44A102D78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球面参数化</a:t>
            </a:r>
          </a:p>
        </p:txBody>
      </p:sp>
      <p:pic>
        <p:nvPicPr>
          <p:cNvPr id="1028" name="Picture 4" descr="Free HDR Map 802">
            <a:extLst>
              <a:ext uri="{FF2B5EF4-FFF2-40B4-BE49-F238E27FC236}">
                <a16:creationId xmlns:a16="http://schemas.microsoft.com/office/drawing/2014/main" id="{ADCCA374-E3AE-E6FD-AFFF-C98B0D123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89" y="1564645"/>
            <a:ext cx="6382156" cy="319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28005E4E-19A9-5749-BDAF-ED0319EB7EFC}"/>
              </a:ext>
            </a:extLst>
          </p:cNvPr>
          <p:cNvGrpSpPr/>
          <p:nvPr/>
        </p:nvGrpSpPr>
        <p:grpSpPr>
          <a:xfrm>
            <a:off x="8112107" y="1751396"/>
            <a:ext cx="3956088" cy="3686174"/>
            <a:chOff x="6762648" y="621253"/>
            <a:chExt cx="3956088" cy="3686174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BFDB711-E093-C7C2-63CC-A9E914CE8BB1}"/>
                </a:ext>
              </a:extLst>
            </p:cNvPr>
            <p:cNvCxnSpPr>
              <a:cxnSpLocks/>
              <a:endCxn id="16" idx="6"/>
            </p:cNvCxnSpPr>
            <p:nvPr/>
          </p:nvCxnSpPr>
          <p:spPr>
            <a:xfrm>
              <a:off x="8605736" y="2464340"/>
              <a:ext cx="1843086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E5755B9F-CF34-8387-5738-493BC157503C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 flipV="1">
              <a:off x="8605735" y="621253"/>
              <a:ext cx="1" cy="1843087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790A7BD2-0C4D-677C-6EDA-1788E84D7A46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V="1">
              <a:off x="8605735" y="1161081"/>
              <a:ext cx="1303259" cy="1303259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4371394-F0E7-A2FB-EE04-011D9C909C42}"/>
                </a:ext>
              </a:extLst>
            </p:cNvPr>
            <p:cNvSpPr/>
            <p:nvPr/>
          </p:nvSpPr>
          <p:spPr>
            <a:xfrm>
              <a:off x="6762648" y="621253"/>
              <a:ext cx="3686174" cy="368617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82B40A8-A8F8-F4D2-91DE-DD87D449DD53}"/>
                </a:ext>
              </a:extLst>
            </p:cNvPr>
            <p:cNvSpPr/>
            <p:nvPr/>
          </p:nvSpPr>
          <p:spPr>
            <a:xfrm>
              <a:off x="6762648" y="1981201"/>
              <a:ext cx="3686174" cy="9662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30C6499-D606-0CC0-C4B8-44FBABA90839}"/>
                </a:ext>
              </a:extLst>
            </p:cNvPr>
            <p:cNvSpPr txBox="1"/>
            <p:nvPr/>
          </p:nvSpPr>
          <p:spPr>
            <a:xfrm>
              <a:off x="10417050" y="23939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x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75ADB85-70E3-1FCA-E846-8E4BE70F43DB}"/>
                </a:ext>
              </a:extLst>
            </p:cNvPr>
            <p:cNvSpPr txBox="1"/>
            <p:nvPr/>
          </p:nvSpPr>
          <p:spPr>
            <a:xfrm>
              <a:off x="9908994" y="860139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z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EC744C-088B-A71D-4BF0-4A049C45C652}"/>
                </a:ext>
              </a:extLst>
            </p:cNvPr>
            <p:cNvSpPr txBox="1"/>
            <p:nvPr/>
          </p:nvSpPr>
          <p:spPr>
            <a:xfrm>
              <a:off x="8216750" y="67547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y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1F7B67B2-A86D-EA27-013C-A745AC30A8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5734" y="1065064"/>
              <a:ext cx="737233" cy="1399275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A4599DBE-EA7F-10C0-3AF7-5DCF60999889}"/>
                </a:ext>
              </a:extLst>
            </p:cNvPr>
            <p:cNvSpPr/>
            <p:nvPr/>
          </p:nvSpPr>
          <p:spPr>
            <a:xfrm>
              <a:off x="8612188" y="1699463"/>
              <a:ext cx="336550" cy="89650"/>
            </a:xfrm>
            <a:custGeom>
              <a:avLst/>
              <a:gdLst>
                <a:gd name="connsiteX0" fmla="*/ 0 w 336550"/>
                <a:gd name="connsiteY0" fmla="*/ 15037 h 89650"/>
                <a:gd name="connsiteX1" fmla="*/ 185737 w 336550"/>
                <a:gd name="connsiteY1" fmla="*/ 5512 h 89650"/>
                <a:gd name="connsiteX2" fmla="*/ 336550 w 336550"/>
                <a:gd name="connsiteY2" fmla="*/ 89650 h 8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6550" h="89650">
                  <a:moveTo>
                    <a:pt x="0" y="15037"/>
                  </a:moveTo>
                  <a:cubicBezTo>
                    <a:pt x="64823" y="4057"/>
                    <a:pt x="129646" y="-6923"/>
                    <a:pt x="185737" y="5512"/>
                  </a:cubicBezTo>
                  <a:cubicBezTo>
                    <a:pt x="241828" y="17947"/>
                    <a:pt x="318823" y="62927"/>
                    <a:pt x="336550" y="8965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6439856-EE1F-F07E-1B3A-BCBBE307549B}"/>
                </a:ext>
              </a:extLst>
            </p:cNvPr>
            <p:cNvCxnSpPr>
              <a:cxnSpLocks/>
            </p:cNvCxnSpPr>
            <p:nvPr/>
          </p:nvCxnSpPr>
          <p:spPr>
            <a:xfrm>
              <a:off x="9342967" y="1161081"/>
              <a:ext cx="0" cy="1103752"/>
            </a:xfrm>
            <a:prstGeom prst="line">
              <a:avLst/>
            </a:prstGeom>
            <a:ln w="19050">
              <a:solidFill>
                <a:srgbClr val="F7640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F2F56583-4F29-8EBA-5EEE-EB293A8B51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5733" y="2257023"/>
              <a:ext cx="737233" cy="207315"/>
            </a:xfrm>
            <a:prstGeom prst="straightConnector1">
              <a:avLst/>
            </a:prstGeom>
            <a:ln w="28575">
              <a:solidFill>
                <a:srgbClr val="F7640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B298DB59-BD65-AD91-A7B2-9BD7E987B14A}"/>
                </a:ext>
              </a:extLst>
            </p:cNvPr>
            <p:cNvSpPr/>
            <p:nvPr/>
          </p:nvSpPr>
          <p:spPr>
            <a:xfrm>
              <a:off x="9132888" y="2328863"/>
              <a:ext cx="37932" cy="136525"/>
            </a:xfrm>
            <a:custGeom>
              <a:avLst/>
              <a:gdLst>
                <a:gd name="connsiteX0" fmla="*/ 0 w 37932"/>
                <a:gd name="connsiteY0" fmla="*/ 0 h 136525"/>
                <a:gd name="connsiteX1" fmla="*/ 36512 w 37932"/>
                <a:gd name="connsiteY1" fmla="*/ 60325 h 136525"/>
                <a:gd name="connsiteX2" fmla="*/ 26987 w 37932"/>
                <a:gd name="connsiteY2" fmla="*/ 136525 h 13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32" h="136525">
                  <a:moveTo>
                    <a:pt x="0" y="0"/>
                  </a:moveTo>
                  <a:cubicBezTo>
                    <a:pt x="16007" y="18785"/>
                    <a:pt x="32014" y="37571"/>
                    <a:pt x="36512" y="60325"/>
                  </a:cubicBezTo>
                  <a:cubicBezTo>
                    <a:pt x="41010" y="83079"/>
                    <a:pt x="33998" y="109802"/>
                    <a:pt x="26987" y="13652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149B755-277F-3E95-7F8F-8C06A99C8CB9}"/>
                    </a:ext>
                  </a:extLst>
                </p:cNvPr>
                <p:cNvSpPr txBox="1"/>
                <p:nvPr/>
              </p:nvSpPr>
              <p:spPr>
                <a:xfrm>
                  <a:off x="8754958" y="1381923"/>
                  <a:ext cx="2055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149B755-277F-3E95-7F8F-8C06A99C8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4958" y="1381923"/>
                  <a:ext cx="20550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4242" r="-21212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9D26F2C-2171-C8AB-29EF-51FB6E0BD32F}"/>
                    </a:ext>
                  </a:extLst>
                </p:cNvPr>
                <p:cNvSpPr txBox="1"/>
                <p:nvPr/>
              </p:nvSpPr>
              <p:spPr>
                <a:xfrm>
                  <a:off x="9396471" y="2186294"/>
                  <a:ext cx="2309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9D26F2C-2171-C8AB-29EF-51FB6E0BD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471" y="2186294"/>
                  <a:ext cx="23096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1579" r="-28947" b="-3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4578EF6-462D-D7B8-B0B3-E7DB925A76F6}"/>
                    </a:ext>
                  </a:extLst>
                </p:cNvPr>
                <p:cNvSpPr txBox="1"/>
                <p:nvPr/>
              </p:nvSpPr>
              <p:spPr>
                <a:xfrm>
                  <a:off x="8412498" y="3088541"/>
                  <a:ext cx="114928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en-US" altLang="zh-CN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4578EF6-462D-D7B8-B0B3-E7DB925A7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2498" y="3088541"/>
                  <a:ext cx="1149289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5820" b="-175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8279037-D7FB-7903-57C5-DE7148C68138}"/>
              </a:ext>
            </a:extLst>
          </p:cNvPr>
          <p:cNvCxnSpPr>
            <a:cxnSpLocks/>
          </p:cNvCxnSpPr>
          <p:nvPr/>
        </p:nvCxnSpPr>
        <p:spPr>
          <a:xfrm>
            <a:off x="644289" y="1564645"/>
            <a:ext cx="0" cy="40596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F50C590-FEC9-84AA-BB05-6FD20A980482}"/>
              </a:ext>
            </a:extLst>
          </p:cNvPr>
          <p:cNvCxnSpPr>
            <a:cxnSpLocks/>
          </p:cNvCxnSpPr>
          <p:nvPr/>
        </p:nvCxnSpPr>
        <p:spPr>
          <a:xfrm flipV="1">
            <a:off x="644288" y="1564645"/>
            <a:ext cx="719736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4EA62CA-E1D6-ADB8-D260-13849053D22D}"/>
                  </a:ext>
                </a:extLst>
              </p:cNvPr>
              <p:cNvSpPr txBox="1"/>
              <p:nvPr/>
            </p:nvSpPr>
            <p:spPr>
              <a:xfrm>
                <a:off x="695960" y="5158524"/>
                <a:ext cx="363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4EA62CA-E1D6-ADB8-D260-13849053D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5158524"/>
                <a:ext cx="3631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12A969E-2DA3-E76E-5822-F702FCFFA6CA}"/>
                  </a:ext>
                </a:extLst>
              </p:cNvPr>
              <p:cNvSpPr txBox="1"/>
              <p:nvPr/>
            </p:nvSpPr>
            <p:spPr>
              <a:xfrm>
                <a:off x="7478485" y="1564645"/>
                <a:ext cx="363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12A969E-2DA3-E76E-5822-F702FCFFA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485" y="1564645"/>
                <a:ext cx="363164" cy="369332"/>
              </a:xfrm>
              <a:prstGeom prst="rect">
                <a:avLst/>
              </a:prstGeom>
              <a:blipFill>
                <a:blip r:embed="rId7"/>
                <a:stretch>
                  <a:fillRect l="-1695" r="-1695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EDD4A9D3-5375-3676-DD6F-582BECC51FBA}"/>
                  </a:ext>
                </a:extLst>
              </p:cNvPr>
              <p:cNvSpPr txBox="1"/>
              <p:nvPr/>
            </p:nvSpPr>
            <p:spPr>
              <a:xfrm>
                <a:off x="2335666" y="5527856"/>
                <a:ext cx="276060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EDD4A9D3-5375-3676-DD6F-582BECC51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666" y="5527856"/>
                <a:ext cx="2760600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B478B65-EF2F-FA9A-BAFF-7997F4D73947}"/>
                  </a:ext>
                </a:extLst>
              </p:cNvPr>
              <p:cNvSpPr txBox="1"/>
              <p:nvPr/>
            </p:nvSpPr>
            <p:spPr>
              <a:xfrm>
                <a:off x="5170815" y="5527856"/>
                <a:ext cx="276060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B478B65-EF2F-FA9A-BAFF-7997F4D73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815" y="5527856"/>
                <a:ext cx="2760600" cy="714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83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B206-E6B0-DC88-B65E-EF593567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F2E796D-4A68-2294-3E04-EECE4BF4CD4E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nary>
                        <m:nary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F2E796D-4A68-2294-3E04-EECE4BF4C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6273E66E-F75A-08BB-14E5-A58CAF6AD41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计算光源的功率</a:t>
            </a:r>
            <a:r>
              <a:rPr lang="en-US" altLang="zh-CN" dirty="0"/>
              <a:t>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57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55A51-4442-6846-6CC1-753E7582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D3EF4D4-747D-F54B-6886-CB8A86322FCE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657050" y="985736"/>
                <a:ext cx="10800080" cy="5713379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Ld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Ld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L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nary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l-GR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det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l-GR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D3EF4D4-747D-F54B-6886-CB8A86322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657050" y="985736"/>
                <a:ext cx="10800080" cy="57133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251F8AEB-39D9-FFDA-EF47-276476E031F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计算光源的功率</a:t>
            </a:r>
            <a:r>
              <a:rPr lang="en-US" altLang="zh-CN" dirty="0"/>
              <a:t>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55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F367-C01B-71DC-AB86-9AB0BE337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CB249C-26D2-EAD6-9310-00B1845DD127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657050" y="1245235"/>
                <a:ext cx="10800080" cy="493141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⌊"/>
                                      <m:endChr m:val="⌋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p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⌊"/>
                                                  <m:endChr m:val="⌋"/>
                                                  <m:ctrlP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d>
                                                <m:dPr>
                                                  <m:begChr m:val="⌊"/>
                                                  <m:endChr m:val="⌋"/>
                                                  <m:ctrlP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func>
                                            <m:func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400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𝐻</m:t>
                                                      </m:r>
                                                    </m:den>
                                                  </m:f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p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  <m:func>
                                            <m:func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400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𝐻</m:t>
                                                      </m:r>
                                                    </m:den>
                                                  </m:f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nary>
                                    <m:nary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p>
                                        <m:e>
                                          <m:func>
                                            <m:func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400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𝐻</m:t>
                                                      </m:r>
                                                    </m:den>
                                                  </m:f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0CB249C-26D2-EAD6-9310-00B1845DD1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657050" y="1245235"/>
                <a:ext cx="10800080" cy="4931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8FA0288-667C-29D3-7713-AB09625E487E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计算光源的功率</a:t>
            </a:r>
            <a:r>
              <a:rPr lang="en-US" altLang="zh-CN" dirty="0"/>
              <a:t>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616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B9537-3CF9-53DC-9986-377284F1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F58FDAC-7B64-AB5F-4F4E-5A9CF7C9A36F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434354" y="1371058"/>
                <a:ext cx="7760618" cy="493141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10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altLang="zh-CN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nary>
                                    <m:naryPr>
                                      <m:ctrlPr>
                                        <a:rPr lang="en-US" altLang="zh-CN" sz="210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100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100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100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trlP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p>
                                        <m:e>
                                          <m:func>
                                            <m:funcPr>
                                              <m:ctrlPr>
                                                <a:rPr lang="en-US" altLang="zh-CN" sz="2100" i="1">
                                                  <a:solidFill>
                                                    <a:schemeClr val="tx2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100">
                                                  <a:solidFill>
                                                    <a:schemeClr val="tx2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zh-CN" sz="2100" i="1">
                                                      <a:solidFill>
                                                        <a:schemeClr val="tx2">
                                                          <a:lumMod val="75000"/>
                                                          <a:lumOff val="2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altLang="zh-CN" sz="2100" i="1">
                                                          <a:solidFill>
                                                            <a:schemeClr val="tx2">
                                                              <a:lumMod val="75000"/>
                                                              <a:lumOff val="2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altLang="zh-CN" sz="2100" i="1">
                                                          <a:solidFill>
                                                            <a:schemeClr val="tx2">
                                                              <a:lumMod val="75000"/>
                                                              <a:lumOff val="2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en-US" altLang="zh-CN" sz="2100" i="1">
                                                          <a:solidFill>
                                                            <a:schemeClr val="tx2">
                                                              <a:lumMod val="75000"/>
                                                              <a:lumOff val="2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𝐻</m:t>
                                                      </m:r>
                                                    </m:den>
                                                  </m:f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100" i="1">
                                                          <a:solidFill>
                                                            <a:schemeClr val="tx2">
                                                              <a:lumMod val="75000"/>
                                                              <a:lumOff val="2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100" i="1">
                                                          <a:solidFill>
                                                            <a:schemeClr val="tx2">
                                                              <a:lumMod val="75000"/>
                                                              <a:lumOff val="2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100" i="1">
                                                          <a:solidFill>
                                                            <a:schemeClr val="tx2">
                                                              <a:lumMod val="75000"/>
                                                              <a:lumOff val="2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100" i="1">
                                                  <a:solidFill>
                                                    <a:schemeClr val="tx2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100" i="1">
                                                  <a:solidFill>
                                                    <a:schemeClr val="tx2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100" i="1">
                                                  <a:solidFill>
                                                    <a:schemeClr val="tx2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en-US" altLang="zh-CN" sz="2100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1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f>
                                    <m:fPr>
                                      <m:ctrlPr>
                                        <a:rPr lang="en-US" altLang="zh-CN" sz="2100" i="1" smtClean="0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1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num>
                                    <m:den>
                                      <m:r>
                                        <a:rPr lang="en-US" altLang="zh-CN" sz="21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CN" sz="21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2100" i="1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10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100" i="1">
                                                  <a:solidFill>
                                                    <a:srgbClr val="008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den>
                                              </m:f>
                                              <m:r>
                                                <a:rPr lang="en-US" altLang="zh-CN" sz="2100" i="1">
                                                  <a:solidFill>
                                                    <a:srgbClr val="008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a:rPr lang="en-US" altLang="zh-CN" sz="21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altLang="zh-CN" sz="2100" i="1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10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100" i="1">
                                                  <a:solidFill>
                                                    <a:srgbClr val="008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den>
                                              </m:f>
                                              <m:d>
                                                <m:dPr>
                                                  <m:ctrlP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altLang="zh-CN" sz="2100" i="1">
                                                      <a:solidFill>
                                                        <a:srgbClr val="008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altLang="zh-CN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10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den>
                                              </m:f>
                                              <m:r>
                                                <a:rPr lang="en-US" altLang="zh-CN" sz="21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altLang="zh-CN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10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den>
                                              </m:f>
                                              <m:d>
                                                <m:dPr>
                                                  <m:ctrlP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altLang="zh-CN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1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F58FDAC-7B64-AB5F-4F4E-5A9CF7C9A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434354" y="1371058"/>
                <a:ext cx="7760618" cy="4931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367A55E4-29AA-6CAC-F698-C5921BC542AF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计算光源的功率</a:t>
            </a:r>
            <a:r>
              <a:rPr lang="en-US" altLang="zh-CN" dirty="0"/>
              <a:t>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1EC490-E69A-47C1-1CF5-D537C9DE0C92}"/>
                  </a:ext>
                </a:extLst>
              </p:cNvPr>
              <p:cNvSpPr txBox="1"/>
              <p:nvPr/>
            </p:nvSpPr>
            <p:spPr>
              <a:xfrm>
                <a:off x="7632970" y="1131881"/>
                <a:ext cx="4883285" cy="4883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18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8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18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1800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8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8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8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8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den>
                              </m:f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func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altLang="zh-CN" sz="1800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180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den>
                                  </m:f>
                                  <m:r>
                                    <a:rPr lang="en-US" altLang="zh-CN" sz="1800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1800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180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sz="1800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1EC490-E69A-47C1-1CF5-D537C9DE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970" y="1131881"/>
                <a:ext cx="4883285" cy="48838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78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AF4ED-8E45-870A-21FA-1ED0FFA9B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6E00DCD-CCCC-1BE6-B611-718509B77E00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重要性采样</a:t>
            </a:r>
          </a:p>
        </p:txBody>
      </p:sp>
      <p:pic>
        <p:nvPicPr>
          <p:cNvPr id="1028" name="Picture 4" descr="Free HDR Map 802">
            <a:extLst>
              <a:ext uri="{FF2B5EF4-FFF2-40B4-BE49-F238E27FC236}">
                <a16:creationId xmlns:a16="http://schemas.microsoft.com/office/drawing/2014/main" id="{03C86DD5-93EE-8ED6-A954-B0603CBF1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699" y="1881572"/>
            <a:ext cx="6382156" cy="319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DCDFA25-B9D9-D176-DA6D-C76111161044}"/>
              </a:ext>
            </a:extLst>
          </p:cNvPr>
          <p:cNvCxnSpPr>
            <a:cxnSpLocks/>
          </p:cNvCxnSpPr>
          <p:nvPr/>
        </p:nvCxnSpPr>
        <p:spPr>
          <a:xfrm>
            <a:off x="984699" y="1881572"/>
            <a:ext cx="0" cy="40596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B313830-B1E4-FADF-854D-693590A67DE4}"/>
              </a:ext>
            </a:extLst>
          </p:cNvPr>
          <p:cNvCxnSpPr>
            <a:cxnSpLocks/>
          </p:cNvCxnSpPr>
          <p:nvPr/>
        </p:nvCxnSpPr>
        <p:spPr>
          <a:xfrm flipV="1">
            <a:off x="984698" y="1881572"/>
            <a:ext cx="719736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7F05157-8AC4-A36A-5FFA-8DC073978905}"/>
                  </a:ext>
                </a:extLst>
              </p:cNvPr>
              <p:cNvSpPr txBox="1"/>
              <p:nvPr/>
            </p:nvSpPr>
            <p:spPr>
              <a:xfrm>
                <a:off x="1036370" y="5475451"/>
                <a:ext cx="363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7F05157-8AC4-A36A-5FFA-8DC073978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370" y="5475451"/>
                <a:ext cx="3631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6EA737E-FB7C-68DD-CF63-805139E89BC2}"/>
                  </a:ext>
                </a:extLst>
              </p:cNvPr>
              <p:cNvSpPr txBox="1"/>
              <p:nvPr/>
            </p:nvSpPr>
            <p:spPr>
              <a:xfrm>
                <a:off x="7818895" y="1881572"/>
                <a:ext cx="363164" cy="37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6EA737E-FB7C-68DD-CF63-805139E89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895" y="1881572"/>
                <a:ext cx="363164" cy="370294"/>
              </a:xfrm>
              <a:prstGeom prst="rect">
                <a:avLst/>
              </a:prstGeom>
              <a:blipFill>
                <a:blip r:embed="rId4"/>
                <a:stretch>
                  <a:fillRect l="-1695" r="-1695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E4E74F7-C316-0EF5-8731-1641BA9B3078}"/>
              </a:ext>
            </a:extLst>
          </p:cNvPr>
          <p:cNvCxnSpPr/>
          <p:nvPr/>
        </p:nvCxnSpPr>
        <p:spPr>
          <a:xfrm>
            <a:off x="984698" y="2251866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E977037-F36E-88E8-922B-E1057586E419}"/>
              </a:ext>
            </a:extLst>
          </p:cNvPr>
          <p:cNvCxnSpPr/>
          <p:nvPr/>
        </p:nvCxnSpPr>
        <p:spPr>
          <a:xfrm>
            <a:off x="984698" y="2641310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8781E13-AF5C-6CD2-6E2D-42FD3EC63C4A}"/>
              </a:ext>
            </a:extLst>
          </p:cNvPr>
          <p:cNvCxnSpPr/>
          <p:nvPr/>
        </p:nvCxnSpPr>
        <p:spPr>
          <a:xfrm>
            <a:off x="984698" y="3028683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0FBE432-C836-6AF1-C4E2-600FBC4B3E3A}"/>
              </a:ext>
            </a:extLst>
          </p:cNvPr>
          <p:cNvCxnSpPr/>
          <p:nvPr/>
        </p:nvCxnSpPr>
        <p:spPr>
          <a:xfrm>
            <a:off x="984698" y="3418127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1CFAD3A-4961-E9A8-8A30-46CB1FB35341}"/>
              </a:ext>
            </a:extLst>
          </p:cNvPr>
          <p:cNvCxnSpPr/>
          <p:nvPr/>
        </p:nvCxnSpPr>
        <p:spPr>
          <a:xfrm>
            <a:off x="984698" y="3818199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13B4A34-0E93-0C85-E561-22E7FF6834BA}"/>
              </a:ext>
            </a:extLst>
          </p:cNvPr>
          <p:cNvCxnSpPr/>
          <p:nvPr/>
        </p:nvCxnSpPr>
        <p:spPr>
          <a:xfrm>
            <a:off x="984698" y="4207643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91C9C63-0EB3-1FEE-47CF-9D9A7FFB7680}"/>
              </a:ext>
            </a:extLst>
          </p:cNvPr>
          <p:cNvCxnSpPr/>
          <p:nvPr/>
        </p:nvCxnSpPr>
        <p:spPr>
          <a:xfrm>
            <a:off x="984698" y="4595016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340B00D-EAFB-0FF9-A11D-914E63B47834}"/>
              </a:ext>
            </a:extLst>
          </p:cNvPr>
          <p:cNvCxnSpPr/>
          <p:nvPr/>
        </p:nvCxnSpPr>
        <p:spPr>
          <a:xfrm>
            <a:off x="984698" y="4984460"/>
            <a:ext cx="638215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656BCC5-1ED9-FB76-2263-E35263E30866}"/>
              </a:ext>
            </a:extLst>
          </p:cNvPr>
          <p:cNvCxnSpPr>
            <a:cxnSpLocks/>
          </p:cNvCxnSpPr>
          <p:nvPr/>
        </p:nvCxnSpPr>
        <p:spPr>
          <a:xfrm flipV="1">
            <a:off x="1361669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9AEEC2D-F213-977F-A5B0-FBFAB5DF2949}"/>
              </a:ext>
            </a:extLst>
          </p:cNvPr>
          <p:cNvCxnSpPr>
            <a:cxnSpLocks/>
          </p:cNvCxnSpPr>
          <p:nvPr/>
        </p:nvCxnSpPr>
        <p:spPr>
          <a:xfrm flipV="1">
            <a:off x="1793469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A809AFB-90CF-ACF0-148B-D9DADA1807EB}"/>
              </a:ext>
            </a:extLst>
          </p:cNvPr>
          <p:cNvCxnSpPr>
            <a:cxnSpLocks/>
          </p:cNvCxnSpPr>
          <p:nvPr/>
        </p:nvCxnSpPr>
        <p:spPr>
          <a:xfrm flipV="1">
            <a:off x="2215744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DDB33BB-6705-7C73-1A10-88731EDF187F}"/>
              </a:ext>
            </a:extLst>
          </p:cNvPr>
          <p:cNvCxnSpPr>
            <a:cxnSpLocks/>
          </p:cNvCxnSpPr>
          <p:nvPr/>
        </p:nvCxnSpPr>
        <p:spPr>
          <a:xfrm flipV="1">
            <a:off x="2647544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C326AA4-6A59-710E-FD35-C0EF8107CB20}"/>
              </a:ext>
            </a:extLst>
          </p:cNvPr>
          <p:cNvCxnSpPr>
            <a:cxnSpLocks/>
          </p:cNvCxnSpPr>
          <p:nvPr/>
        </p:nvCxnSpPr>
        <p:spPr>
          <a:xfrm flipV="1">
            <a:off x="3071936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B5CEC40-9C11-6F18-9CE5-7CCFDB61631B}"/>
              </a:ext>
            </a:extLst>
          </p:cNvPr>
          <p:cNvCxnSpPr>
            <a:cxnSpLocks/>
          </p:cNvCxnSpPr>
          <p:nvPr/>
        </p:nvCxnSpPr>
        <p:spPr>
          <a:xfrm flipV="1">
            <a:off x="3503736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CA77A64-4380-3457-DD57-6C1174C62FA1}"/>
              </a:ext>
            </a:extLst>
          </p:cNvPr>
          <p:cNvCxnSpPr>
            <a:cxnSpLocks/>
          </p:cNvCxnSpPr>
          <p:nvPr/>
        </p:nvCxnSpPr>
        <p:spPr>
          <a:xfrm flipV="1">
            <a:off x="3926011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6949F7C-3864-50C9-C8FA-A70331DBBDD4}"/>
              </a:ext>
            </a:extLst>
          </p:cNvPr>
          <p:cNvCxnSpPr>
            <a:cxnSpLocks/>
          </p:cNvCxnSpPr>
          <p:nvPr/>
        </p:nvCxnSpPr>
        <p:spPr>
          <a:xfrm flipV="1">
            <a:off x="4357811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275670F-45D8-E12E-B3F7-032C712AF794}"/>
              </a:ext>
            </a:extLst>
          </p:cNvPr>
          <p:cNvCxnSpPr>
            <a:cxnSpLocks/>
          </p:cNvCxnSpPr>
          <p:nvPr/>
        </p:nvCxnSpPr>
        <p:spPr>
          <a:xfrm flipV="1">
            <a:off x="4777969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3442CD4-525A-D15D-54C8-F78FFA0D25C7}"/>
              </a:ext>
            </a:extLst>
          </p:cNvPr>
          <p:cNvCxnSpPr>
            <a:cxnSpLocks/>
          </p:cNvCxnSpPr>
          <p:nvPr/>
        </p:nvCxnSpPr>
        <p:spPr>
          <a:xfrm flipV="1">
            <a:off x="5209769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C3B798C-367E-0CE1-AD03-2B1BD125FCFE}"/>
              </a:ext>
            </a:extLst>
          </p:cNvPr>
          <p:cNvCxnSpPr>
            <a:cxnSpLocks/>
          </p:cNvCxnSpPr>
          <p:nvPr/>
        </p:nvCxnSpPr>
        <p:spPr>
          <a:xfrm flipV="1">
            <a:off x="5632044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87A2C97-A174-A73D-649C-82CF40F12A1D}"/>
              </a:ext>
            </a:extLst>
          </p:cNvPr>
          <p:cNvCxnSpPr>
            <a:cxnSpLocks/>
          </p:cNvCxnSpPr>
          <p:nvPr/>
        </p:nvCxnSpPr>
        <p:spPr>
          <a:xfrm flipV="1">
            <a:off x="6063844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C0DBF7E-6E9D-5B95-C043-4BE5F99EF99E}"/>
              </a:ext>
            </a:extLst>
          </p:cNvPr>
          <p:cNvCxnSpPr>
            <a:cxnSpLocks/>
          </p:cNvCxnSpPr>
          <p:nvPr/>
        </p:nvCxnSpPr>
        <p:spPr>
          <a:xfrm flipV="1">
            <a:off x="6488236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E4CF8B8-FEF0-2F94-875D-C517DECB0BAF}"/>
              </a:ext>
            </a:extLst>
          </p:cNvPr>
          <p:cNvCxnSpPr>
            <a:cxnSpLocks/>
          </p:cNvCxnSpPr>
          <p:nvPr/>
        </p:nvCxnSpPr>
        <p:spPr>
          <a:xfrm flipV="1">
            <a:off x="6920036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F8B63FF-F2CD-2E51-2EE2-C03535949938}"/>
              </a:ext>
            </a:extLst>
          </p:cNvPr>
          <p:cNvCxnSpPr>
            <a:cxnSpLocks/>
          </p:cNvCxnSpPr>
          <p:nvPr/>
        </p:nvCxnSpPr>
        <p:spPr>
          <a:xfrm flipV="1">
            <a:off x="7325378" y="1881572"/>
            <a:ext cx="0" cy="319107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A0D2243-8E69-75AA-798D-C8FF002E00C3}"/>
              </a:ext>
            </a:extLst>
          </p:cNvPr>
          <p:cNvSpPr txBox="1"/>
          <p:nvPr/>
        </p:nvSpPr>
        <p:spPr>
          <a:xfrm>
            <a:off x="7818895" y="3221481"/>
            <a:ext cx="3837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根据网格内功率进行离散分布采样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在网格内进行均匀采样</a:t>
            </a:r>
          </a:p>
        </p:txBody>
      </p:sp>
    </p:spTree>
    <p:extLst>
      <p:ext uri="{BB962C8B-B14F-4D97-AF65-F5344CB8AC3E}">
        <p14:creationId xmlns:p14="http://schemas.microsoft.com/office/powerpoint/2010/main" val="416989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F00D-93F9-5D29-F776-DDBB324DB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51961A8-72BC-DF83-A1E2-6D6C000561F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重要性采样 </a:t>
            </a:r>
            <a:r>
              <a:rPr lang="en-US" altLang="zh-CN" dirty="0"/>
              <a:t>—— </a:t>
            </a:r>
            <a:r>
              <a:rPr lang="zh-CN" altLang="en-US" dirty="0"/>
              <a:t>概率密度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E80E10-6FD1-44FC-E8F4-A6E022E40091}"/>
                  </a:ext>
                </a:extLst>
              </p:cNvPr>
              <p:cNvSpPr txBox="1"/>
              <p:nvPr/>
            </p:nvSpPr>
            <p:spPr>
              <a:xfrm>
                <a:off x="2513162" y="1459451"/>
                <a:ext cx="7165676" cy="4716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𝑝𝑑𝑓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𝑝𝑟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𝑜𝑏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𝑔𝑖𝑟𝑑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𝑝𝑑𝑓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𝑔𝑖𝑟𝑑</m:t>
                          </m:r>
                        </m:e>
                      </m:d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𝑝𝑑𝑓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𝑔𝑖𝑟𝑑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𝑔𝑖𝑟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𝑔𝑖𝑟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𝜃𝜙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det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𝑔𝑖𝑟𝑑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𝑔𝑖𝑟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𝑔𝑖𝑟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800" b="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E80E10-6FD1-44FC-E8F4-A6E022E40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162" y="1459451"/>
                <a:ext cx="7165676" cy="47164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9218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RkMDIwMzk2MDA3NTJlMDQ4NWFlNWE0Y2ViMGY0M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汇报人：WPS"/>
</p:tagLst>
</file>

<file path=ppt/theme/theme1.xml><?xml version="1.0" encoding="utf-8"?>
<a:theme xmlns:a="http://schemas.openxmlformats.org/drawingml/2006/main" name="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8486</TotalTime>
  <Words>631</Words>
  <Application>Microsoft Office PowerPoint</Application>
  <PresentationFormat>宽屏</PresentationFormat>
  <Paragraphs>73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MiSans Heavy</vt:lpstr>
      <vt:lpstr>MiSans Normal</vt:lpstr>
      <vt:lpstr>Arial</vt:lpstr>
      <vt:lpstr>Calibri</vt:lpstr>
      <vt:lpstr>Cambria Math</vt:lpstr>
      <vt:lpstr>Wingdings</vt:lpstr>
      <vt:lpstr>Office 主题</vt:lpstr>
      <vt:lpstr>CPU软渲染 路径追踪渲染器</vt:lpstr>
      <vt:lpstr>环境光贴图</vt:lpstr>
      <vt:lpstr>高动态范围图片 HDRI</vt:lpstr>
      <vt:lpstr>球面参数化</vt:lpstr>
      <vt:lpstr>离散与连续</vt:lpstr>
      <vt:lpstr>球面参数化</vt:lpstr>
      <vt:lpstr>计算光源的功率Φ</vt:lpstr>
      <vt:lpstr>计算光源的功率Φ</vt:lpstr>
      <vt:lpstr>计算光源的功率Φ</vt:lpstr>
      <vt:lpstr>计算光源的功率Φ</vt:lpstr>
      <vt:lpstr>重要性采样</vt:lpstr>
      <vt:lpstr>重要性采样 —— 概率密度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骞深 姚</cp:lastModifiedBy>
  <cp:revision>334</cp:revision>
  <dcterms:created xsi:type="dcterms:W3CDTF">2023-08-09T12:44:00Z</dcterms:created>
  <dcterms:modified xsi:type="dcterms:W3CDTF">2025-08-26T16:50:38Z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2052-12.1.0.17147</vt:lpwstr>
  </property>
</Properties>
</file>